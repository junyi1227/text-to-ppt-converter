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3" r:id="rId1"/>
    <p:sldMasterId id="2147483757" r:id="rId2"/>
  </p:sldMasterIdLst>
  <p:notesMasterIdLst>
    <p:notesMasterId r:id="rId7"/>
  </p:notesMasterIdLst>
  <p:sldIdLst>
    <p:sldId id="4185" r:id="rId3"/>
    <p:sldId id="4208" r:id="rId4"/>
    <p:sldId id="496" r:id="rId5"/>
    <p:sldId id="54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CA83CB9E-D072-431C-962D-610E7F43C847}">
          <p14:sldIdLst>
            <p14:sldId id="4185"/>
          </p14:sldIdLst>
        </p14:section>
        <p14:section name="證道開始" id="{62A3EBEC-82BB-4F55-9008-02EF30F979DD}">
          <p14:sldIdLst>
            <p14:sldId id="4208"/>
            <p14:sldId id="496"/>
            <p14:sldId id="5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0" roundtripDataSignature="AMtx7mjrXXvwCYuda/bPSROeHAqKPlp2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C65"/>
    <a:srgbClr val="806641"/>
    <a:srgbClr val="557699"/>
    <a:srgbClr val="799BC1"/>
    <a:srgbClr val="4A6688"/>
    <a:srgbClr val="00FF00"/>
    <a:srgbClr val="CDAF8C"/>
    <a:srgbClr val="C2A54C"/>
    <a:srgbClr val="C09C42"/>
    <a:srgbClr val="CCB3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ECC3CE-6273-49B4-965D-75127CFECDC9}">
  <a:tblStyle styleId="{20ECC3CE-6273-49B4-965D-75127CFECDC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8ECF4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32" autoAdjust="0"/>
    <p:restoredTop sz="94280" autoAdjust="0"/>
  </p:normalViewPr>
  <p:slideViewPr>
    <p:cSldViewPr snapToGrid="0">
      <p:cViewPr varScale="1">
        <p:scale>
          <a:sx n="175" d="100"/>
          <a:sy n="175" d="100"/>
        </p:scale>
        <p:origin x="43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63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60" Type="http://customschemas.google.com/relationships/presentationmetadata" Target="metadata"/><Relationship Id="rId4" Type="http://schemas.openxmlformats.org/officeDocument/2006/relationships/slide" Target="slides/slide2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25112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標題投影片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76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比對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0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0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04"/>
          <p:cNvSpPr txBox="1">
            <a:spLocks noGrp="1"/>
          </p:cNvSpPr>
          <p:nvPr>
            <p:ph type="body" idx="3"/>
          </p:nvPr>
        </p:nvSpPr>
        <p:spPr>
          <a:xfrm>
            <a:off x="4629152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104"/>
          <p:cNvSpPr txBox="1">
            <a:spLocks noGrp="1"/>
          </p:cNvSpPr>
          <p:nvPr>
            <p:ph type="body" idx="4"/>
          </p:nvPr>
        </p:nvSpPr>
        <p:spPr>
          <a:xfrm>
            <a:off x="4629152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0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0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04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858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只有標題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0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0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05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22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含標題的內容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07"/>
          <p:cNvSpPr txBox="1">
            <a:spLocks noGrp="1"/>
          </p:cNvSpPr>
          <p:nvPr>
            <p:ph type="body" idx="1"/>
          </p:nvPr>
        </p:nvSpPr>
        <p:spPr>
          <a:xfrm>
            <a:off x="3887391" y="74063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80729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3725" lvl="1" indent="-36168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7449" lvl="3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4290" lvl="4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1132" lvl="5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198000" lvl="6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4856" lvl="7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1739" lvl="8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6" name="Google Shape;136;p107"/>
          <p:cNvSpPr txBox="1">
            <a:spLocks noGrp="1"/>
          </p:cNvSpPr>
          <p:nvPr>
            <p:ph type="body" idx="2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7" name="Google Shape;137;p10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0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0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69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含標題的圖片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08"/>
          <p:cNvSpPr>
            <a:spLocks noGrp="1"/>
          </p:cNvSpPr>
          <p:nvPr>
            <p:ph type="pic" idx="2"/>
          </p:nvPr>
        </p:nvSpPr>
        <p:spPr>
          <a:xfrm>
            <a:off x="3887391" y="74063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108"/>
          <p:cNvSpPr txBox="1">
            <a:spLocks noGrp="1"/>
          </p:cNvSpPr>
          <p:nvPr>
            <p:ph type="body" idx="1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4" name="Google Shape;144;p108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08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08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199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標題及直排文字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09"/>
          <p:cNvSpPr txBox="1">
            <a:spLocks noGrp="1"/>
          </p:cNvSpPr>
          <p:nvPr>
            <p:ph type="body" idx="1"/>
          </p:nvPr>
        </p:nvSpPr>
        <p:spPr>
          <a:xfrm rot="5400000">
            <a:off x="2940250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09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09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09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50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直排標題及文字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0"/>
          <p:cNvSpPr txBox="1">
            <a:spLocks noGrp="1"/>
          </p:cNvSpPr>
          <p:nvPr>
            <p:ph type="title"/>
          </p:nvPr>
        </p:nvSpPr>
        <p:spPr>
          <a:xfrm rot="5400000">
            <a:off x="5350104" y="1467479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10"/>
          <p:cNvSpPr txBox="1">
            <a:spLocks noGrp="1"/>
          </p:cNvSpPr>
          <p:nvPr>
            <p:ph type="body" idx="1"/>
          </p:nvPr>
        </p:nvSpPr>
        <p:spPr>
          <a:xfrm rot="5400000">
            <a:off x="1349605" y="-447047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10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10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10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40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8DEA-F152-4CE9-A566-9786855746A0}" type="datetime1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30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1"/>
            <a:ext cx="7848600" cy="1445419"/>
          </a:xfrm>
        </p:spPr>
        <p:txBody>
          <a:bodyPr anchor="b">
            <a:noAutofit/>
          </a:bodyPr>
          <a:lstStyle>
            <a:lvl1pPr>
              <a:defRPr sz="405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EB62-44C9-40F9-A36C-E0D8E94446A8}" type="datetime1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57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2997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  <p:sldLayoutId id="2147483728" r:id="rId2"/>
    <p:sldLayoutId id="2147483729" r:id="rId3"/>
    <p:sldLayoutId id="2147483731" r:id="rId4"/>
    <p:sldLayoutId id="2147483732" r:id="rId5"/>
    <p:sldLayoutId id="2147483733" r:id="rId6"/>
    <p:sldLayoutId id="214748373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5D6386-C4C1-4C16-B356-141A6C73770F}" type="datetime1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rgbClr val="FFFFFF"/>
                </a:solidFill>
              </a:defRPr>
            </a:lvl1pPr>
          </a:lstStyle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3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000" kern="1200" spc="-75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91540" indent="-102870" algn="l" defTabSz="6858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16586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30302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44018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2;p1">
            <a:extLst>
              <a:ext uri="{FF2B5EF4-FFF2-40B4-BE49-F238E27FC236}">
                <a16:creationId xmlns:a16="http://schemas.microsoft.com/office/drawing/2014/main" id="{3DAB1222-1AF5-C987-8017-D2A1508E3708}"/>
              </a:ext>
            </a:extLst>
          </p:cNvPr>
          <p:cNvSpPr txBox="1">
            <a:spLocks noChangeAspect="1"/>
          </p:cNvSpPr>
          <p:nvPr/>
        </p:nvSpPr>
        <p:spPr>
          <a:xfrm>
            <a:off x="849085" y="1123097"/>
            <a:ext cx="7445829" cy="210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2025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年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月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31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日</a:t>
            </a:r>
            <a:endParaRPr kumimoji="0" lang="en-US" altLang="zh-TW" sz="19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/>
              <a:ea typeface="華康新特明體"/>
              <a:cs typeface="Microsoft JhengHei"/>
              <a:sym typeface="Microsoft JhengHe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 panose="02020909000000000000" pitchFamily="49" charset="-120"/>
              <a:cs typeface="Microsoft JhengHei"/>
              <a:sym typeface="Microsoft JhengHe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r>
              <a:rPr kumimoji="0" lang="zh-TW" altLang="en-US" sz="55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Microsoft JhengHei"/>
                <a:sym typeface="Microsoft JhengHei"/>
              </a:rPr>
              <a:t>週三禮拜</a:t>
            </a:r>
            <a:endParaRPr kumimoji="0" lang="en-US" altLang="zh-TW" sz="55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 panose="02020909000000000000" pitchFamily="49" charset="-120"/>
              <a:cs typeface="Microsoft JhengHei"/>
              <a:sym typeface="Microsoft JhengHei"/>
            </a:endParaRPr>
          </a:p>
        </p:txBody>
      </p:sp>
      <p:sp>
        <p:nvSpPr>
          <p:cNvPr id="7" name="Google Shape;443;p1">
            <a:extLst>
              <a:ext uri="{FF2B5EF4-FFF2-40B4-BE49-F238E27FC236}">
                <a16:creationId xmlns:a16="http://schemas.microsoft.com/office/drawing/2014/main" id="{DA6BA9AD-1F67-B213-4D8A-09EF7297C371}"/>
              </a:ext>
            </a:extLst>
          </p:cNvPr>
          <p:cNvSpPr>
            <a:spLocks noChangeAspect="1"/>
          </p:cNvSpPr>
          <p:nvPr/>
        </p:nvSpPr>
        <p:spPr>
          <a:xfrm>
            <a:off x="849085" y="3928624"/>
            <a:ext cx="7445829" cy="36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20:00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開始讚美∣請以禱告預備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F233A6-549E-4B17-B280-7A440991F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062" y="3106255"/>
            <a:ext cx="6935874" cy="822369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833C0B"/>
              </a:buClr>
              <a:buSzPts val="2400"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【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箴言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27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章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節、詩篇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46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1978634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3183-48AC-3D70-9162-E9302FE7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0;p1">
            <a:extLst>
              <a:ext uri="{FF2B5EF4-FFF2-40B4-BE49-F238E27FC236}">
                <a16:creationId xmlns:a16="http://schemas.microsoft.com/office/drawing/2014/main" id="{DB4D0F8E-D16B-DDDC-22C3-A04FDC5B1B51}"/>
              </a:ext>
            </a:extLst>
          </p:cNvPr>
          <p:cNvSpPr txBox="1">
            <a:spLocks noChangeAspect="1"/>
          </p:cNvSpPr>
          <p:nvPr/>
        </p:nvSpPr>
        <p:spPr>
          <a:xfrm>
            <a:off x="0" y="470546"/>
            <a:ext cx="335756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ct val="100000"/>
              <a:buFont typeface="Calibri"/>
              <a:buNone/>
              <a:tabLst/>
              <a:defRPr/>
            </a:pPr>
            <a:r>
              <a:rPr kumimoji="0" lang="zh-TW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  </a:t>
            </a:r>
            <a:r>
              <a:rPr kumimoji="0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20251231 </a:t>
            </a:r>
            <a:r>
              <a:rPr kumimoji="0" lang="zh-TW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週三禮拜</a:t>
            </a:r>
            <a:endParaRPr kumimoji="0" lang="zh-TW" altLang="en-US" sz="1700" b="0" i="0" u="none" strike="noStrike" kern="0" cap="none" spc="0" normalizeH="0" baseline="0" noProof="0" dirty="0">
              <a:ln>
                <a:noFill/>
              </a:ln>
              <a:solidFill>
                <a:srgbClr val="806641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/>
              <a:cs typeface="Calibri"/>
              <a:sym typeface="Calibri"/>
            </a:endParaRPr>
          </a:p>
        </p:txBody>
      </p:sp>
      <p:sp>
        <p:nvSpPr>
          <p:cNvPr id="8" name="Google Shape;442;p1">
            <a:extLst>
              <a:ext uri="{FF2B5EF4-FFF2-40B4-BE49-F238E27FC236}">
                <a16:creationId xmlns:a16="http://schemas.microsoft.com/office/drawing/2014/main" id="{82E9556A-AA99-72F0-2028-3594F58A23E6}"/>
              </a:ext>
            </a:extLst>
          </p:cNvPr>
          <p:cNvSpPr txBox="1">
            <a:spLocks noChangeAspect="1"/>
          </p:cNvSpPr>
          <p:nvPr/>
        </p:nvSpPr>
        <p:spPr>
          <a:xfrm>
            <a:off x="813161" y="1570113"/>
            <a:ext cx="7517675" cy="166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lvl="0" algn="ctr">
              <a:defRPr/>
            </a:pPr>
            <a:r>
              <a:rPr lang="zh-TW" altLang="en-US" sz="3500" dirty="0">
                <a:solidFill>
                  <a:srgbClr val="1B366A"/>
                </a:solidFill>
                <a:latin typeface="華康新特明體" panose="02020909000000000000" pitchFamily="49" charset="-120"/>
                <a:ea typeface="華康新特明體" panose="02020909000000000000" pitchFamily="49" charset="-120"/>
                <a:sym typeface="Microsoft JhengHei"/>
              </a:rPr>
              <a:t>要避開才能活 </a:t>
            </a:r>
          </a:p>
          <a:p>
            <a:pPr lvl="0" algn="ctr">
              <a:defRPr/>
            </a:pPr>
            <a:r>
              <a:rPr lang="zh-TW" altLang="en-US" sz="3500" dirty="0">
                <a:solidFill>
                  <a:srgbClr val="1B366A"/>
                </a:solidFill>
                <a:latin typeface="華康新特明體" panose="02020909000000000000" pitchFamily="49" charset="-120"/>
                <a:ea typeface="華康新特明體" panose="02020909000000000000" pitchFamily="49" charset="-120"/>
                <a:sym typeface="Microsoft JhengHei"/>
              </a:rPr>
              <a:t>這就是天的法則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7BB7AE0B-C362-698C-6277-C28889586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4109" y="3435497"/>
            <a:ext cx="6915777" cy="774762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833C0B"/>
              </a:buClr>
              <a:buSzPts val="2400"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【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箴言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27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章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節、詩篇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46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】</a:t>
            </a:r>
          </a:p>
        </p:txBody>
      </p:sp>
      <p:sp>
        <p:nvSpPr>
          <p:cNvPr id="2" name="Google Shape;443;p1">
            <a:extLst>
              <a:ext uri="{FF2B5EF4-FFF2-40B4-BE49-F238E27FC236}">
                <a16:creationId xmlns:a16="http://schemas.microsoft.com/office/drawing/2014/main" id="{07419B2A-FCF0-CCB5-CA54-1F5B55711F9A}"/>
              </a:ext>
            </a:extLst>
          </p:cNvPr>
          <p:cNvSpPr>
            <a:spLocks noChangeAspect="1"/>
          </p:cNvSpPr>
          <p:nvPr/>
        </p:nvSpPr>
        <p:spPr>
          <a:xfrm>
            <a:off x="863153" y="4077385"/>
            <a:ext cx="7445829" cy="36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報告稍後開始</a:t>
            </a:r>
          </a:p>
        </p:txBody>
      </p:sp>
    </p:spTree>
    <p:extLst>
      <p:ext uri="{BB962C8B-B14F-4D97-AF65-F5344CB8AC3E}">
        <p14:creationId xmlns:p14="http://schemas.microsoft.com/office/powerpoint/2010/main" val="151427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2;p1">
            <a:extLst>
              <a:ext uri="{FF2B5EF4-FFF2-40B4-BE49-F238E27FC236}">
                <a16:creationId xmlns:a16="http://schemas.microsoft.com/office/drawing/2014/main" id="{3DAB1222-1AF5-C987-8017-D2A1508E3708}"/>
              </a:ext>
            </a:extLst>
          </p:cNvPr>
          <p:cNvSpPr txBox="1">
            <a:spLocks noChangeAspect="1"/>
          </p:cNvSpPr>
          <p:nvPr/>
        </p:nvSpPr>
        <p:spPr>
          <a:xfrm>
            <a:off x="846000" y="789750"/>
            <a:ext cx="7452000" cy="3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algn="ctr">
              <a:buClr>
                <a:srgbClr val="833C0B"/>
              </a:buClr>
              <a:buSzPts val="3700"/>
            </a:pPr>
            <a:r>
              <a:rPr lang="zh-TW" altLang="en-US" sz="3000" b="1" dirty="0">
                <a:solidFill>
                  <a:srgbClr val="1B366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若學習，當天就能瞭解；</a:t>
            </a:r>
          </a:p>
          <a:p>
            <a:pPr algn="ctr">
              <a:buClr>
                <a:srgbClr val="833C0B"/>
              </a:buClr>
              <a:buSzPts val="3700"/>
            </a:pPr>
            <a:r>
              <a:rPr lang="zh-TW" altLang="en-US" sz="3000" b="1" dirty="0">
                <a:solidFill>
                  <a:srgbClr val="1B366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若不學習，一輩子都不會瞭解。</a:t>
            </a:r>
          </a:p>
        </p:txBody>
      </p:sp>
    </p:spTree>
    <p:extLst>
      <p:ext uri="{BB962C8B-B14F-4D97-AF65-F5344CB8AC3E}">
        <p14:creationId xmlns:p14="http://schemas.microsoft.com/office/powerpoint/2010/main" val="393540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2;p1">
            <a:extLst>
              <a:ext uri="{FF2B5EF4-FFF2-40B4-BE49-F238E27FC236}">
                <a16:creationId xmlns:a16="http://schemas.microsoft.com/office/drawing/2014/main" id="{83032697-61AC-3686-E348-5F9208D89027}"/>
              </a:ext>
            </a:extLst>
          </p:cNvPr>
          <p:cNvSpPr txBox="1">
            <a:spLocks noChangeAspect="1"/>
          </p:cNvSpPr>
          <p:nvPr/>
        </p:nvSpPr>
        <p:spPr>
          <a:xfrm>
            <a:off x="864000" y="1005750"/>
            <a:ext cx="7416000" cy="31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833C0B"/>
              </a:buClr>
              <a:buSzPts val="3700"/>
            </a:pP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【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箴言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27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章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12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節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】</a:t>
            </a:r>
          </a:p>
          <a:p>
            <a:r>
              <a:rPr lang="zh-TW" altLang="en-US" sz="2700" b="1" dirty="0">
                <a:solidFill>
                  <a:srgbClr val="1B366A"/>
                </a:solidFill>
                <a:latin typeface="微軟正黑體"/>
                <a:ea typeface="微軟正黑體"/>
                <a:sym typeface="Microsoft JhengHei"/>
              </a:rPr>
              <a:t>通達人見禍藏躲；愚蒙人前往受害。</a:t>
            </a:r>
            <a:endParaRPr lang="en-US" altLang="zh-TW" sz="2700" b="1" dirty="0">
              <a:solidFill>
                <a:srgbClr val="1B366A"/>
              </a:solidFill>
              <a:latin typeface="微軟正黑體"/>
              <a:ea typeface="微軟正黑體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1826399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7_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清晰度">
  <a:themeElements>
    <a:clrScheme name="清晰度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清晰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41270</TotalTime>
  <Words>98</Words>
  <Application>Microsoft Macintosh PowerPoint</Application>
  <PresentationFormat>如螢幕大小 (16:9)</PresentationFormat>
  <Paragraphs>14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華康新特明體</vt:lpstr>
      <vt:lpstr>微軟正黑體</vt:lpstr>
      <vt:lpstr>微軟正黑體</vt:lpstr>
      <vt:lpstr>Arial</vt:lpstr>
      <vt:lpstr>Calibri</vt:lpstr>
      <vt:lpstr>7_Office 佈景主題</vt:lpstr>
      <vt:lpstr>清晰度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2022年8月24日 週三禮拜</dc:title>
  <dc:creator>erica</dc:creator>
  <cp:lastModifiedBy>Jimmy Wang 王俊逸</cp:lastModifiedBy>
  <cp:revision>405</cp:revision>
  <dcterms:created xsi:type="dcterms:W3CDTF">2020-07-22T10:19:15Z</dcterms:created>
  <dcterms:modified xsi:type="dcterms:W3CDTF">2026-01-08T01:59:04Z</dcterms:modified>
</cp:coreProperties>
</file>