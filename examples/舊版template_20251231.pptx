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3" r:id="rId1"/>
    <p:sldMasterId id="2147483757" r:id="rId2"/>
  </p:sldMasterIdLst>
  <p:notesMasterIdLst>
    <p:notesMasterId r:id="rId32"/>
  </p:notesMasterIdLst>
  <p:sldIdLst>
    <p:sldId id="4185" r:id="rId3"/>
    <p:sldId id="4186" r:id="rId4"/>
    <p:sldId id="3880" r:id="rId5"/>
    <p:sldId id="540" r:id="rId6"/>
    <p:sldId id="542" r:id="rId7"/>
    <p:sldId id="4199" r:id="rId8"/>
    <p:sldId id="4187" r:id="rId9"/>
    <p:sldId id="4188" r:id="rId10"/>
    <p:sldId id="496" r:id="rId11"/>
    <p:sldId id="506" r:id="rId12"/>
    <p:sldId id="4210" r:id="rId13"/>
    <p:sldId id="4211" r:id="rId14"/>
    <p:sldId id="508" r:id="rId15"/>
    <p:sldId id="4212" r:id="rId16"/>
    <p:sldId id="4213" r:id="rId17"/>
    <p:sldId id="4214" r:id="rId18"/>
    <p:sldId id="4215" r:id="rId19"/>
    <p:sldId id="4216" r:id="rId20"/>
    <p:sldId id="4217" r:id="rId21"/>
    <p:sldId id="4218" r:id="rId22"/>
    <p:sldId id="4219" r:id="rId23"/>
    <p:sldId id="4220" r:id="rId24"/>
    <p:sldId id="4221" r:id="rId25"/>
    <p:sldId id="4222" r:id="rId26"/>
    <p:sldId id="4223" r:id="rId27"/>
    <p:sldId id="4224" r:id="rId28"/>
    <p:sldId id="4225" r:id="rId29"/>
    <p:sldId id="4207" r:id="rId30"/>
    <p:sldId id="4208" r:id="rId3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預設章節" id="{CA83CB9E-D072-431C-962D-610E7F43C847}">
          <p14:sldIdLst>
            <p14:sldId id="4185"/>
            <p14:sldId id="4186"/>
            <p14:sldId id="3880"/>
            <p14:sldId id="540"/>
            <p14:sldId id="542"/>
            <p14:sldId id="4199"/>
            <p14:sldId id="4187"/>
          </p14:sldIdLst>
        </p14:section>
        <p14:section name="證道開始" id="{62A3EBEC-82BB-4F55-9008-02EF30F979DD}">
          <p14:sldIdLst>
            <p14:sldId id="4188"/>
            <p14:sldId id="496"/>
            <p14:sldId id="506"/>
            <p14:sldId id="4210"/>
            <p14:sldId id="4211"/>
            <p14:sldId id="508"/>
            <p14:sldId id="4212"/>
            <p14:sldId id="4213"/>
            <p14:sldId id="4214"/>
            <p14:sldId id="4215"/>
            <p14:sldId id="4216"/>
            <p14:sldId id="4217"/>
            <p14:sldId id="4218"/>
            <p14:sldId id="4219"/>
            <p14:sldId id="4220"/>
            <p14:sldId id="4221"/>
            <p14:sldId id="4222"/>
            <p14:sldId id="4223"/>
            <p14:sldId id="4224"/>
            <p14:sldId id="4225"/>
            <p14:sldId id="4207"/>
            <p14:sldId id="4208"/>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0" roundtripDataSignature="AMtx7mjrXXvwCYuda/bPSROeHAqKPlp2J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4C65"/>
    <a:srgbClr val="806641"/>
    <a:srgbClr val="557699"/>
    <a:srgbClr val="799BC1"/>
    <a:srgbClr val="4A6688"/>
    <a:srgbClr val="00FF00"/>
    <a:srgbClr val="CDAF8C"/>
    <a:srgbClr val="C2A54C"/>
    <a:srgbClr val="C09C42"/>
    <a:srgbClr val="CCB3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BA8BD6-1842-4F06-89CE-5183F9B3995F}" v="180" dt="2025-06-10T16:09:53.037"/>
  </p1510:revLst>
</p1510:revInfo>
</file>

<file path=ppt/tableStyles.xml><?xml version="1.0" encoding="utf-8"?>
<a:tblStyleLst xmlns:a="http://schemas.openxmlformats.org/drawingml/2006/main" def="{20ECC3CE-6273-49B4-965D-75127CFECDC9}">
  <a:tblStyle styleId="{20ECC3CE-6273-49B4-965D-75127CFECDC9}" styleName="Table_0">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CFD7E7"/>
          </a:solidFill>
        </a:fill>
      </a:tcStyle>
    </a:wholeTbl>
    <a:band1H>
      <a:tcTxStyle/>
      <a:tcStyle>
        <a:tcBdr/>
      </a:tcStyle>
    </a:band1H>
    <a:band2H>
      <a:tcTxStyle b="off" i="off"/>
      <a:tcStyle>
        <a:tcBdr/>
        <a:fill>
          <a:solidFill>
            <a:srgbClr val="E8ECF4"/>
          </a:solidFill>
        </a:fill>
      </a:tcStyle>
    </a:band2H>
    <a:band1V>
      <a:tcTxStyle/>
      <a:tcStyle>
        <a:tcBdr/>
      </a:tcStyle>
    </a:band1V>
    <a:band2V>
      <a:tcTxStyle/>
      <a:tcStyle>
        <a:tcBdr/>
      </a:tcStyle>
    </a:band2V>
    <a:lastCol>
      <a:tcTxStyle/>
      <a:tcStyle>
        <a:tcBdr/>
      </a:tcStyle>
    </a:lastCol>
    <a:firstCol>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Col>
    <a:la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381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381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54" autoAdjust="0"/>
    <p:restoredTop sz="94280" autoAdjust="0"/>
  </p:normalViewPr>
  <p:slideViewPr>
    <p:cSldViewPr snapToGrid="0">
      <p:cViewPr varScale="1">
        <p:scale>
          <a:sx n="154" d="100"/>
          <a:sy n="154" d="100"/>
        </p:scale>
        <p:origin x="216" y="240"/>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63"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66"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61"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60" Type="http://customschemas.google.com/relationships/presentationmetadata" Target="metadata"/><Relationship Id="rId65"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64"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a GONG" userId="aae305b9b20bbbab" providerId="Windows Live" clId="Web-{7ABA8BD6-1842-4F06-89CE-5183F9B3995F}"/>
    <pc:docChg chg="addSld delSld modSld modSection">
      <pc:chgData name="Erica GONG" userId="aae305b9b20bbbab" providerId="Windows Live" clId="Web-{7ABA8BD6-1842-4F06-89CE-5183F9B3995F}" dt="2025-06-10T16:09:53.037" v="165"/>
      <pc:docMkLst>
        <pc:docMk/>
      </pc:docMkLst>
      <pc:sldChg chg="del">
        <pc:chgData name="Erica GONG" userId="aae305b9b20bbbab" providerId="Windows Live" clId="Web-{7ABA8BD6-1842-4F06-89CE-5183F9B3995F}" dt="2025-06-10T16:05:17.706" v="154"/>
        <pc:sldMkLst>
          <pc:docMk/>
          <pc:sldMk cId="1764424206" sldId="257"/>
        </pc:sldMkLst>
      </pc:sldChg>
      <pc:sldChg chg="del">
        <pc:chgData name="Erica GONG" userId="aae305b9b20bbbab" providerId="Windows Live" clId="Web-{7ABA8BD6-1842-4F06-89CE-5183F9B3995F}" dt="2025-06-10T16:05:17.690" v="152"/>
        <pc:sldMkLst>
          <pc:docMk/>
          <pc:sldMk cId="4137929811" sldId="258"/>
        </pc:sldMkLst>
      </pc:sldChg>
      <pc:sldChg chg="del">
        <pc:chgData name="Erica GONG" userId="aae305b9b20bbbab" providerId="Windows Live" clId="Web-{7ABA8BD6-1842-4F06-89CE-5183F9B3995F}" dt="2025-06-10T16:05:17.690" v="151"/>
        <pc:sldMkLst>
          <pc:docMk/>
          <pc:sldMk cId="1567777482" sldId="259"/>
        </pc:sldMkLst>
      </pc:sldChg>
      <pc:sldChg chg="del">
        <pc:chgData name="Erica GONG" userId="aae305b9b20bbbab" providerId="Windows Live" clId="Web-{7ABA8BD6-1842-4F06-89CE-5183F9B3995F}" dt="2025-06-10T16:05:17.690" v="150"/>
        <pc:sldMkLst>
          <pc:docMk/>
          <pc:sldMk cId="4068908457" sldId="260"/>
        </pc:sldMkLst>
      </pc:sldChg>
      <pc:sldChg chg="del">
        <pc:chgData name="Erica GONG" userId="aae305b9b20bbbab" providerId="Windows Live" clId="Web-{7ABA8BD6-1842-4F06-89CE-5183F9B3995F}" dt="2025-06-10T16:05:17.706" v="153"/>
        <pc:sldMkLst>
          <pc:docMk/>
          <pc:sldMk cId="1556650916" sldId="264"/>
        </pc:sldMkLst>
      </pc:sldChg>
      <pc:sldChg chg="del">
        <pc:chgData name="Erica GONG" userId="aae305b9b20bbbab" providerId="Windows Live" clId="Web-{7ABA8BD6-1842-4F06-89CE-5183F9B3995F}" dt="2025-06-10T16:05:17.690" v="149"/>
        <pc:sldMkLst>
          <pc:docMk/>
          <pc:sldMk cId="4270264121" sldId="265"/>
        </pc:sldMkLst>
      </pc:sldChg>
      <pc:sldChg chg="del">
        <pc:chgData name="Erica GONG" userId="aae305b9b20bbbab" providerId="Windows Live" clId="Web-{7ABA8BD6-1842-4F06-89CE-5183F9B3995F}" dt="2025-06-10T16:02:58.555" v="145"/>
        <pc:sldMkLst>
          <pc:docMk/>
          <pc:sldMk cId="0" sldId="479"/>
        </pc:sldMkLst>
      </pc:sldChg>
      <pc:sldChg chg="modSp">
        <pc:chgData name="Erica GONG" userId="aae305b9b20bbbab" providerId="Windows Live" clId="Web-{7ABA8BD6-1842-4F06-89CE-5183F9B3995F}" dt="2025-06-10T15:54:19.582" v="62" actId="20577"/>
        <pc:sldMkLst>
          <pc:docMk/>
          <pc:sldMk cId="3618263994" sldId="542"/>
        </pc:sldMkLst>
        <pc:spChg chg="mod">
          <ac:chgData name="Erica GONG" userId="aae305b9b20bbbab" providerId="Windows Live" clId="Web-{7ABA8BD6-1842-4F06-89CE-5183F9B3995F}" dt="2025-06-10T15:54:19.582" v="62" actId="20577"/>
          <ac:spMkLst>
            <pc:docMk/>
            <pc:sldMk cId="3618263994" sldId="542"/>
            <ac:spMk id="2" creationId="{83032697-61AC-3686-E348-5F9208D89027}"/>
          </ac:spMkLst>
        </pc:spChg>
      </pc:sldChg>
      <pc:sldChg chg="modSp">
        <pc:chgData name="Erica GONG" userId="aae305b9b20bbbab" providerId="Windows Live" clId="Web-{7ABA8BD6-1842-4F06-89CE-5183F9B3995F}" dt="2025-06-10T15:59:45.636" v="116" actId="20577"/>
        <pc:sldMkLst>
          <pc:docMk/>
          <pc:sldMk cId="1066403023" sldId="4159"/>
        </pc:sldMkLst>
        <pc:spChg chg="mod">
          <ac:chgData name="Erica GONG" userId="aae305b9b20bbbab" providerId="Windows Live" clId="Web-{7ABA8BD6-1842-4F06-89CE-5183F9B3995F}" dt="2025-06-10T15:59:45.636" v="116" actId="20577"/>
          <ac:spMkLst>
            <pc:docMk/>
            <pc:sldMk cId="1066403023" sldId="4159"/>
            <ac:spMk id="3" creationId="{5466BA10-AE07-66A3-D5AC-CA0DA8C62207}"/>
          </ac:spMkLst>
        </pc:spChg>
        <pc:spChg chg="mod">
          <ac:chgData name="Erica GONG" userId="aae305b9b20bbbab" providerId="Windows Live" clId="Web-{7ABA8BD6-1842-4F06-89CE-5183F9B3995F}" dt="2025-06-10T15:59:34.120" v="115" actId="20577"/>
          <ac:spMkLst>
            <pc:docMk/>
            <pc:sldMk cId="1066403023" sldId="4159"/>
            <ac:spMk id="5" creationId="{9EB2E2EB-D4EA-2F38-CDAF-F5D5ED008D73}"/>
          </ac:spMkLst>
        </pc:spChg>
      </pc:sldChg>
      <pc:sldChg chg="modSp">
        <pc:chgData name="Erica GONG" userId="aae305b9b20bbbab" providerId="Windows Live" clId="Web-{7ABA8BD6-1842-4F06-89CE-5183F9B3995F}" dt="2025-06-10T16:00:20.342" v="122" actId="20577"/>
        <pc:sldMkLst>
          <pc:docMk/>
          <pc:sldMk cId="904407082" sldId="4162"/>
        </pc:sldMkLst>
        <pc:spChg chg="mod">
          <ac:chgData name="Erica GONG" userId="aae305b9b20bbbab" providerId="Windows Live" clId="Web-{7ABA8BD6-1842-4F06-89CE-5183F9B3995F}" dt="2025-06-10T15:59:59.434" v="119" actId="20577"/>
          <ac:spMkLst>
            <pc:docMk/>
            <pc:sldMk cId="904407082" sldId="4162"/>
            <ac:spMk id="4" creationId="{103DF380-D561-C4D6-D632-A5C75128A384}"/>
          </ac:spMkLst>
        </pc:spChg>
        <pc:spChg chg="mod">
          <ac:chgData name="Erica GONG" userId="aae305b9b20bbbab" providerId="Windows Live" clId="Web-{7ABA8BD6-1842-4F06-89CE-5183F9B3995F}" dt="2025-06-10T16:00:20.342" v="122" actId="20577"/>
          <ac:spMkLst>
            <pc:docMk/>
            <pc:sldMk cId="904407082" sldId="4162"/>
            <ac:spMk id="8" creationId="{553F34D1-E7F7-3C8C-4369-EDCB4F9D4CDA}"/>
          </ac:spMkLst>
        </pc:spChg>
        <pc:spChg chg="mod">
          <ac:chgData name="Erica GONG" userId="aae305b9b20bbbab" providerId="Windows Live" clId="Web-{7ABA8BD6-1842-4F06-89CE-5183F9B3995F}" dt="2025-06-10T16:00:12.591" v="121" actId="20577"/>
          <ac:spMkLst>
            <pc:docMk/>
            <pc:sldMk cId="904407082" sldId="4162"/>
            <ac:spMk id="9" creationId="{E6C6C3B0-FB51-38E1-C33E-563C0B43FC08}"/>
          </ac:spMkLst>
        </pc:spChg>
      </pc:sldChg>
      <pc:sldChg chg="modSp">
        <pc:chgData name="Erica GONG" userId="aae305b9b20bbbab" providerId="Windows Live" clId="Web-{7ABA8BD6-1842-4F06-89CE-5183F9B3995F}" dt="2025-06-10T15:45:51.094" v="31" actId="20577"/>
        <pc:sldMkLst>
          <pc:docMk/>
          <pc:sldMk cId="3644754214" sldId="4165"/>
        </pc:sldMkLst>
        <pc:spChg chg="mod">
          <ac:chgData name="Erica GONG" userId="aae305b9b20bbbab" providerId="Windows Live" clId="Web-{7ABA8BD6-1842-4F06-89CE-5183F9B3995F}" dt="2025-06-10T15:45:51.094" v="31" actId="20577"/>
          <ac:spMkLst>
            <pc:docMk/>
            <pc:sldMk cId="3644754214" sldId="4165"/>
            <ac:spMk id="3" creationId="{76F233A6-549E-4B17-B280-7A440991FCC5}"/>
          </ac:spMkLst>
        </pc:spChg>
        <pc:spChg chg="mod">
          <ac:chgData name="Erica GONG" userId="aae305b9b20bbbab" providerId="Windows Live" clId="Web-{7ABA8BD6-1842-4F06-89CE-5183F9B3995F}" dt="2025-06-10T15:45:05.560" v="4" actId="20577"/>
          <ac:spMkLst>
            <pc:docMk/>
            <pc:sldMk cId="3644754214" sldId="4165"/>
            <ac:spMk id="5" creationId="{3DAB1222-1AF5-C987-8017-D2A1508E3708}"/>
          </ac:spMkLst>
        </pc:spChg>
      </pc:sldChg>
      <pc:sldChg chg="modSp">
        <pc:chgData name="Erica GONG" userId="aae305b9b20bbbab" providerId="Windows Live" clId="Web-{7ABA8BD6-1842-4F06-89CE-5183F9B3995F}" dt="2025-06-10T15:46:28.331" v="37" actId="20577"/>
        <pc:sldMkLst>
          <pc:docMk/>
          <pc:sldMk cId="2033972033" sldId="4169"/>
        </pc:sldMkLst>
        <pc:spChg chg="mod">
          <ac:chgData name="Erica GONG" userId="aae305b9b20bbbab" providerId="Windows Live" clId="Web-{7ABA8BD6-1842-4F06-89CE-5183F9B3995F}" dt="2025-06-10T15:46:15.331" v="33" actId="20577"/>
          <ac:spMkLst>
            <pc:docMk/>
            <pc:sldMk cId="2033972033" sldId="4169"/>
            <ac:spMk id="3" creationId="{76F233A6-549E-4B17-B280-7A440991FCC5}"/>
          </ac:spMkLst>
        </pc:spChg>
        <pc:spChg chg="mod">
          <ac:chgData name="Erica GONG" userId="aae305b9b20bbbab" providerId="Windows Live" clId="Web-{7ABA8BD6-1842-4F06-89CE-5183F9B3995F}" dt="2025-06-10T15:46:28.331" v="37" actId="20577"/>
          <ac:spMkLst>
            <pc:docMk/>
            <pc:sldMk cId="2033972033" sldId="4169"/>
            <ac:spMk id="5" creationId="{3DAB1222-1AF5-C987-8017-D2A1508E3708}"/>
          </ac:spMkLst>
        </pc:spChg>
      </pc:sldChg>
      <pc:sldChg chg="modSp">
        <pc:chgData name="Erica GONG" userId="aae305b9b20bbbab" providerId="Windows Live" clId="Web-{7ABA8BD6-1842-4F06-89CE-5183F9B3995F}" dt="2025-06-10T16:01:58.270" v="139" actId="20577"/>
        <pc:sldMkLst>
          <pc:docMk/>
          <pc:sldMk cId="2859699581" sldId="4170"/>
        </pc:sldMkLst>
        <pc:spChg chg="mod">
          <ac:chgData name="Erica GONG" userId="aae305b9b20bbbab" providerId="Windows Live" clId="Web-{7ABA8BD6-1842-4F06-89CE-5183F9B3995F}" dt="2025-06-10T16:00:31.733" v="125" actId="20577"/>
          <ac:spMkLst>
            <pc:docMk/>
            <pc:sldMk cId="2859699581" sldId="4170"/>
            <ac:spMk id="4" creationId="{BA83BE7F-B1CA-F95D-4C18-39F330186B5D}"/>
          </ac:spMkLst>
        </pc:spChg>
        <pc:spChg chg="mod">
          <ac:chgData name="Erica GONG" userId="aae305b9b20bbbab" providerId="Windows Live" clId="Web-{7ABA8BD6-1842-4F06-89CE-5183F9B3995F}" dt="2025-06-10T16:00:39.202" v="126" actId="20577"/>
          <ac:spMkLst>
            <pc:docMk/>
            <pc:sldMk cId="2859699581" sldId="4170"/>
            <ac:spMk id="8" creationId="{2703F825-3A7E-101D-24AE-6CD5DF9E9B18}"/>
          </ac:spMkLst>
        </pc:spChg>
        <pc:spChg chg="mod">
          <ac:chgData name="Erica GONG" userId="aae305b9b20bbbab" providerId="Windows Live" clId="Web-{7ABA8BD6-1842-4F06-89CE-5183F9B3995F}" dt="2025-06-10T16:01:58.270" v="139" actId="20577"/>
          <ac:spMkLst>
            <pc:docMk/>
            <pc:sldMk cId="2859699581" sldId="4170"/>
            <ac:spMk id="9" creationId="{1AB9F690-D467-FF69-5698-A00F9792A45C}"/>
          </ac:spMkLst>
        </pc:spChg>
      </pc:sldChg>
      <pc:sldChg chg="modSp">
        <pc:chgData name="Erica GONG" userId="aae305b9b20bbbab" providerId="Windows Live" clId="Web-{7ABA8BD6-1842-4F06-89CE-5183F9B3995F}" dt="2025-06-10T16:02:09.880" v="141" actId="20577"/>
        <pc:sldMkLst>
          <pc:docMk/>
          <pc:sldMk cId="398875033" sldId="4171"/>
        </pc:sldMkLst>
        <pc:spChg chg="mod">
          <ac:chgData name="Erica GONG" userId="aae305b9b20bbbab" providerId="Windows Live" clId="Web-{7ABA8BD6-1842-4F06-89CE-5183F9B3995F}" dt="2025-06-10T16:00:59.063" v="131" actId="20577"/>
          <ac:spMkLst>
            <pc:docMk/>
            <pc:sldMk cId="398875033" sldId="4171"/>
            <ac:spMk id="4" creationId="{F3DBB840-11A1-D0ED-F999-B2BAAE6E408C}"/>
          </ac:spMkLst>
        </pc:spChg>
        <pc:spChg chg="mod">
          <ac:chgData name="Erica GONG" userId="aae305b9b20bbbab" providerId="Windows Live" clId="Web-{7ABA8BD6-1842-4F06-89CE-5183F9B3995F}" dt="2025-06-10T16:00:47.953" v="127" actId="20577"/>
          <ac:spMkLst>
            <pc:docMk/>
            <pc:sldMk cId="398875033" sldId="4171"/>
            <ac:spMk id="8" creationId="{C9184A39-2042-35FE-321C-9D7979697546}"/>
          </ac:spMkLst>
        </pc:spChg>
        <pc:spChg chg="mod">
          <ac:chgData name="Erica GONG" userId="aae305b9b20bbbab" providerId="Windows Live" clId="Web-{7ABA8BD6-1842-4F06-89CE-5183F9B3995F}" dt="2025-06-10T16:02:09.880" v="141" actId="20577"/>
          <ac:spMkLst>
            <pc:docMk/>
            <pc:sldMk cId="398875033" sldId="4171"/>
            <ac:spMk id="9" creationId="{3749CAF3-D844-29CD-26E1-67EDE6ED6630}"/>
          </ac:spMkLst>
        </pc:spChg>
      </pc:sldChg>
      <pc:sldChg chg="modSp">
        <pc:chgData name="Erica GONG" userId="aae305b9b20bbbab" providerId="Windows Live" clId="Web-{7ABA8BD6-1842-4F06-89CE-5183F9B3995F}" dt="2025-06-10T16:08:34.938" v="164" actId="20577"/>
        <pc:sldMkLst>
          <pc:docMk/>
          <pc:sldMk cId="1529468514" sldId="4172"/>
        </pc:sldMkLst>
        <pc:spChg chg="mod">
          <ac:chgData name="Erica GONG" userId="aae305b9b20bbbab" providerId="Windows Live" clId="Web-{7ABA8BD6-1842-4F06-89CE-5183F9B3995F}" dt="2025-06-10T16:08:34.938" v="164" actId="20577"/>
          <ac:spMkLst>
            <pc:docMk/>
            <pc:sldMk cId="1529468514" sldId="4172"/>
            <ac:spMk id="4" creationId="{00000000-0000-0000-0000-000000000000}"/>
          </ac:spMkLst>
        </pc:spChg>
      </pc:sldChg>
      <pc:sldChg chg="addSp modSp">
        <pc:chgData name="Erica GONG" userId="aae305b9b20bbbab" providerId="Windows Live" clId="Web-{7ABA8BD6-1842-4F06-89CE-5183F9B3995F}" dt="2025-06-10T16:09:53.037" v="165"/>
        <pc:sldMkLst>
          <pc:docMk/>
          <pc:sldMk cId="4016142385" sldId="4173"/>
        </pc:sldMkLst>
        <pc:spChg chg="mod">
          <ac:chgData name="Erica GONG" userId="aae305b9b20bbbab" providerId="Windows Live" clId="Web-{7ABA8BD6-1842-4F06-89CE-5183F9B3995F}" dt="2025-06-10T16:08:28.516" v="162" actId="20577"/>
          <ac:spMkLst>
            <pc:docMk/>
            <pc:sldMk cId="4016142385" sldId="4173"/>
            <ac:spMk id="2" creationId="{9F1E2F47-82CC-6254-7B66-F4E5B04A3CBB}"/>
          </ac:spMkLst>
        </pc:spChg>
        <pc:spChg chg="add">
          <ac:chgData name="Erica GONG" userId="aae305b9b20bbbab" providerId="Windows Live" clId="Web-{7ABA8BD6-1842-4F06-89CE-5183F9B3995F}" dt="2025-06-10T16:09:53.037" v="165"/>
          <ac:spMkLst>
            <pc:docMk/>
            <pc:sldMk cId="4016142385" sldId="4173"/>
            <ac:spMk id="3" creationId="{30703CFB-362B-B76B-2622-9441C419F095}"/>
          </ac:spMkLst>
        </pc:spChg>
      </pc:sldChg>
      <pc:sldChg chg="modSp">
        <pc:chgData name="Erica GONG" userId="aae305b9b20bbbab" providerId="Windows Live" clId="Web-{7ABA8BD6-1842-4F06-89CE-5183F9B3995F}" dt="2025-06-10T16:02:46.977" v="143" actId="20577"/>
        <pc:sldMkLst>
          <pc:docMk/>
          <pc:sldMk cId="3502821829" sldId="4174"/>
        </pc:sldMkLst>
        <pc:spChg chg="mod">
          <ac:chgData name="Erica GONG" userId="aae305b9b20bbbab" providerId="Windows Live" clId="Web-{7ABA8BD6-1842-4F06-89CE-5183F9B3995F}" dt="2025-06-10T16:01:40.347" v="138" actId="20577"/>
          <ac:spMkLst>
            <pc:docMk/>
            <pc:sldMk cId="3502821829" sldId="4174"/>
            <ac:spMk id="4" creationId="{5BFBC7DE-9AD6-9A38-E1E0-2161639AEF14}"/>
          </ac:spMkLst>
        </pc:spChg>
        <pc:spChg chg="mod">
          <ac:chgData name="Erica GONG" userId="aae305b9b20bbbab" providerId="Windows Live" clId="Web-{7ABA8BD6-1842-4F06-89CE-5183F9B3995F}" dt="2025-06-10T16:01:21.861" v="132" actId="20577"/>
          <ac:spMkLst>
            <pc:docMk/>
            <pc:sldMk cId="3502821829" sldId="4174"/>
            <ac:spMk id="8" creationId="{09A90E17-0744-2FBC-A0FA-2BCD86E76365}"/>
          </ac:spMkLst>
        </pc:spChg>
        <pc:spChg chg="mod">
          <ac:chgData name="Erica GONG" userId="aae305b9b20bbbab" providerId="Windows Live" clId="Web-{7ABA8BD6-1842-4F06-89CE-5183F9B3995F}" dt="2025-06-10T16:02:46.977" v="143" actId="20577"/>
          <ac:spMkLst>
            <pc:docMk/>
            <pc:sldMk cId="3502821829" sldId="4174"/>
            <ac:spMk id="9" creationId="{27C66030-157D-F65E-C95A-D8D633B28D23}"/>
          </ac:spMkLst>
        </pc:spChg>
      </pc:sldChg>
      <pc:sldChg chg="modSp add replId">
        <pc:chgData name="Erica GONG" userId="aae305b9b20bbbab" providerId="Windows Live" clId="Web-{7ABA8BD6-1842-4F06-89CE-5183F9B3995F}" dt="2025-06-10T15:55:23.462" v="70" actId="20577"/>
        <pc:sldMkLst>
          <pc:docMk/>
          <pc:sldMk cId="1165701508" sldId="4175"/>
        </pc:sldMkLst>
        <pc:spChg chg="mod">
          <ac:chgData name="Erica GONG" userId="aae305b9b20bbbab" providerId="Windows Live" clId="Web-{7ABA8BD6-1842-4F06-89CE-5183F9B3995F}" dt="2025-06-10T15:55:23.462" v="70" actId="20577"/>
          <ac:spMkLst>
            <pc:docMk/>
            <pc:sldMk cId="1165701508" sldId="4175"/>
            <ac:spMk id="2" creationId="{4A3EDF91-9C7F-FD62-42F0-91B0B4F4C66E}"/>
          </ac:spMkLst>
        </pc:spChg>
      </pc:sldChg>
      <pc:sldChg chg="modSp add replId">
        <pc:chgData name="Erica GONG" userId="aae305b9b20bbbab" providerId="Windows Live" clId="Web-{7ABA8BD6-1842-4F06-89CE-5183F9B3995F}" dt="2025-06-10T15:55:59.730" v="76" actId="20577"/>
        <pc:sldMkLst>
          <pc:docMk/>
          <pc:sldMk cId="3457634377" sldId="4176"/>
        </pc:sldMkLst>
        <pc:spChg chg="mod">
          <ac:chgData name="Erica GONG" userId="aae305b9b20bbbab" providerId="Windows Live" clId="Web-{7ABA8BD6-1842-4F06-89CE-5183F9B3995F}" dt="2025-06-10T15:55:59.730" v="76" actId="20577"/>
          <ac:spMkLst>
            <pc:docMk/>
            <pc:sldMk cId="3457634377" sldId="4176"/>
            <ac:spMk id="2" creationId="{E17693AE-6BEC-5C54-E102-A51284F500D4}"/>
          </ac:spMkLst>
        </pc:spChg>
      </pc:sldChg>
      <pc:sldChg chg="modSp add replId">
        <pc:chgData name="Erica GONG" userId="aae305b9b20bbbab" providerId="Windows Live" clId="Web-{7ABA8BD6-1842-4F06-89CE-5183F9B3995F}" dt="2025-06-10T15:57:23.126" v="89" actId="20577"/>
        <pc:sldMkLst>
          <pc:docMk/>
          <pc:sldMk cId="1278272554" sldId="4177"/>
        </pc:sldMkLst>
        <pc:spChg chg="mod">
          <ac:chgData name="Erica GONG" userId="aae305b9b20bbbab" providerId="Windows Live" clId="Web-{7ABA8BD6-1842-4F06-89CE-5183F9B3995F}" dt="2025-06-10T15:57:23.126" v="89" actId="20577"/>
          <ac:spMkLst>
            <pc:docMk/>
            <pc:sldMk cId="1278272554" sldId="4177"/>
            <ac:spMk id="2" creationId="{911A6E53-1AA3-6099-22FB-DF76EA56787F}"/>
          </ac:spMkLst>
        </pc:spChg>
      </pc:sldChg>
      <pc:sldChg chg="modSp add replId">
        <pc:chgData name="Erica GONG" userId="aae305b9b20bbbab" providerId="Windows Live" clId="Web-{7ABA8BD6-1842-4F06-89CE-5183F9B3995F}" dt="2025-06-10T15:58:07.739" v="97" actId="20577"/>
        <pc:sldMkLst>
          <pc:docMk/>
          <pc:sldMk cId="1351252717" sldId="4178"/>
        </pc:sldMkLst>
        <pc:spChg chg="mod">
          <ac:chgData name="Erica GONG" userId="aae305b9b20bbbab" providerId="Windows Live" clId="Web-{7ABA8BD6-1842-4F06-89CE-5183F9B3995F}" dt="2025-06-10T15:58:07.739" v="97" actId="20577"/>
          <ac:spMkLst>
            <pc:docMk/>
            <pc:sldMk cId="1351252717" sldId="4178"/>
            <ac:spMk id="2" creationId="{19954341-E418-B03F-4520-9502BB65171B}"/>
          </ac:spMkLst>
        </pc:spChg>
      </pc:sldChg>
      <pc:sldChg chg="modSp add replId">
        <pc:chgData name="Erica GONG" userId="aae305b9b20bbbab" providerId="Windows Live" clId="Web-{7ABA8BD6-1842-4F06-89CE-5183F9B3995F}" dt="2025-06-10T15:59:18.447" v="110" actId="20577"/>
        <pc:sldMkLst>
          <pc:docMk/>
          <pc:sldMk cId="4136419123" sldId="4179"/>
        </pc:sldMkLst>
        <pc:spChg chg="mod">
          <ac:chgData name="Erica GONG" userId="aae305b9b20bbbab" providerId="Windows Live" clId="Web-{7ABA8BD6-1842-4F06-89CE-5183F9B3995F}" dt="2025-06-10T15:59:18.447" v="110" actId="20577"/>
          <ac:spMkLst>
            <pc:docMk/>
            <pc:sldMk cId="4136419123" sldId="4179"/>
            <ac:spMk id="2" creationId="{9741DDF1-6C10-17A9-F55F-94CA1953F6F8}"/>
          </ac:spMkLst>
        </pc:spChg>
      </pc:sldChg>
      <pc:sldChg chg="modSp add">
        <pc:chgData name="Erica GONG" userId="aae305b9b20bbbab" providerId="Windows Live" clId="Web-{7ABA8BD6-1842-4F06-89CE-5183F9B3995F}" dt="2025-06-10T16:04:18.311" v="148" actId="20577"/>
        <pc:sldMkLst>
          <pc:docMk/>
          <pc:sldMk cId="3185027865" sldId="4180"/>
        </pc:sldMkLst>
        <pc:spChg chg="mod">
          <ac:chgData name="Erica GONG" userId="aae305b9b20bbbab" providerId="Windows Live" clId="Web-{7ABA8BD6-1842-4F06-89CE-5183F9B3995F}" dt="2025-06-10T16:04:18.311" v="148" actId="20577"/>
          <ac:spMkLst>
            <pc:docMk/>
            <pc:sldMk cId="3185027865" sldId="4180"/>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zh-TW"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7251126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type="title">
  <p:cSld name="標題投影片">
    <p:spTree>
      <p:nvGrpSpPr>
        <p:cNvPr id="1" name="Shape 90"/>
        <p:cNvGrpSpPr/>
        <p:nvPr/>
      </p:nvGrpSpPr>
      <p:grpSpPr>
        <a:xfrm>
          <a:off x="0" y="0"/>
          <a:ext cx="0" cy="0"/>
          <a:chOff x="0" y="0"/>
          <a:chExt cx="0" cy="0"/>
        </a:xfrm>
      </p:grpSpPr>
      <p:sp>
        <p:nvSpPr>
          <p:cNvPr id="91" name="Google Shape;91;p27"/>
          <p:cNvSpPr txBox="1">
            <a:spLocks noGrp="1"/>
          </p:cNvSpPr>
          <p:nvPr>
            <p:ph type="ctrTitle"/>
          </p:nvPr>
        </p:nvSpPr>
        <p:spPr>
          <a:xfrm>
            <a:off x="1143000" y="841772"/>
            <a:ext cx="6858000" cy="1790700"/>
          </a:xfrm>
          <a:prstGeom prst="rect">
            <a:avLst/>
          </a:prstGeom>
          <a:noFill/>
          <a:ln>
            <a:noFill/>
          </a:ln>
        </p:spPr>
        <p:txBody>
          <a:bodyPr spcFirstLastPara="1" wrap="square" lIns="68480" tIns="34274" rIns="68480" bIns="34274"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7"/>
          <p:cNvSpPr txBox="1">
            <a:spLocks noGrp="1"/>
          </p:cNvSpPr>
          <p:nvPr>
            <p:ph type="subTitle" idx="1"/>
          </p:nvPr>
        </p:nvSpPr>
        <p:spPr>
          <a:xfrm>
            <a:off x="1143000" y="2701528"/>
            <a:ext cx="6858000" cy="1241822"/>
          </a:xfrm>
          <a:prstGeom prst="rect">
            <a:avLst/>
          </a:prstGeom>
          <a:noFill/>
          <a:ln>
            <a:noFill/>
          </a:ln>
        </p:spPr>
        <p:txBody>
          <a:bodyPr spcFirstLastPara="1" wrap="square" lIns="68480" tIns="34274" rIns="68480" bIns="34274"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400"/>
              <a:buNone/>
              <a:defRPr sz="140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93" name="Google Shape;93;p27"/>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7"/>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7"/>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992760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比對" type="twoTxTwoObj">
  <p:cSld name="比對">
    <p:spTree>
      <p:nvGrpSpPr>
        <p:cNvPr id="1" name="Shape 115"/>
        <p:cNvGrpSpPr/>
        <p:nvPr/>
      </p:nvGrpSpPr>
      <p:grpSpPr>
        <a:xfrm>
          <a:off x="0" y="0"/>
          <a:ext cx="0" cy="0"/>
          <a:chOff x="0" y="0"/>
          <a:chExt cx="0" cy="0"/>
        </a:xfrm>
      </p:grpSpPr>
      <p:sp>
        <p:nvSpPr>
          <p:cNvPr id="116" name="Google Shape;116;p104"/>
          <p:cNvSpPr txBox="1">
            <a:spLocks noGrp="1"/>
          </p:cNvSpPr>
          <p:nvPr>
            <p:ph type="title"/>
          </p:nvPr>
        </p:nvSpPr>
        <p:spPr>
          <a:xfrm>
            <a:off x="629841" y="273844"/>
            <a:ext cx="7886700" cy="994172"/>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104"/>
          <p:cNvSpPr txBox="1">
            <a:spLocks noGrp="1"/>
          </p:cNvSpPr>
          <p:nvPr>
            <p:ph type="body" idx="1"/>
          </p:nvPr>
        </p:nvSpPr>
        <p:spPr>
          <a:xfrm>
            <a:off x="629842" y="1260872"/>
            <a:ext cx="3868340" cy="617934"/>
          </a:xfrm>
          <a:prstGeom prst="rect">
            <a:avLst/>
          </a:prstGeom>
          <a:noFill/>
          <a:ln>
            <a:noFill/>
          </a:ln>
        </p:spPr>
        <p:txBody>
          <a:bodyPr spcFirstLastPara="1" wrap="square" lIns="68480" tIns="34274" rIns="68480" bIns="34274" anchor="b" anchorCtr="0">
            <a:normAutofit/>
          </a:bodyPr>
          <a:lstStyle>
            <a:lvl1pPr marL="456842" lvl="0" indent="-228420" algn="l">
              <a:lnSpc>
                <a:spcPct val="90000"/>
              </a:lnSpc>
              <a:spcBef>
                <a:spcPts val="750"/>
              </a:spcBef>
              <a:spcAft>
                <a:spcPts val="0"/>
              </a:spcAft>
              <a:buClr>
                <a:schemeClr val="dk1"/>
              </a:buClr>
              <a:buSzPts val="1800"/>
              <a:buNone/>
              <a:defRPr sz="1800" b="1"/>
            </a:lvl1pPr>
            <a:lvl2pPr marL="913725" lvl="1" indent="-228420" algn="l">
              <a:lnSpc>
                <a:spcPct val="90000"/>
              </a:lnSpc>
              <a:spcBef>
                <a:spcPts val="375"/>
              </a:spcBef>
              <a:spcAft>
                <a:spcPts val="0"/>
              </a:spcAft>
              <a:buClr>
                <a:schemeClr val="dk1"/>
              </a:buClr>
              <a:buSzPts val="1500"/>
              <a:buNone/>
              <a:defRPr sz="1500" b="1"/>
            </a:lvl2pPr>
            <a:lvl3pPr marL="1370580" lvl="2" indent="-228420" algn="l">
              <a:lnSpc>
                <a:spcPct val="90000"/>
              </a:lnSpc>
              <a:spcBef>
                <a:spcPts val="375"/>
              </a:spcBef>
              <a:spcAft>
                <a:spcPts val="0"/>
              </a:spcAft>
              <a:buClr>
                <a:schemeClr val="dk1"/>
              </a:buClr>
              <a:buSzPts val="1400"/>
              <a:buNone/>
              <a:defRPr sz="1400" b="1"/>
            </a:lvl3pPr>
            <a:lvl4pPr marL="1827449" lvl="3" indent="-228420" algn="l">
              <a:lnSpc>
                <a:spcPct val="90000"/>
              </a:lnSpc>
              <a:spcBef>
                <a:spcPts val="375"/>
              </a:spcBef>
              <a:spcAft>
                <a:spcPts val="0"/>
              </a:spcAft>
              <a:buClr>
                <a:schemeClr val="dk1"/>
              </a:buClr>
              <a:buSzPts val="1200"/>
              <a:buNone/>
              <a:defRPr sz="1200" b="1"/>
            </a:lvl4pPr>
            <a:lvl5pPr marL="2284290" lvl="4" indent="-228420" algn="l">
              <a:lnSpc>
                <a:spcPct val="90000"/>
              </a:lnSpc>
              <a:spcBef>
                <a:spcPts val="375"/>
              </a:spcBef>
              <a:spcAft>
                <a:spcPts val="0"/>
              </a:spcAft>
              <a:buClr>
                <a:schemeClr val="dk1"/>
              </a:buClr>
              <a:buSzPts val="1200"/>
              <a:buNone/>
              <a:defRPr sz="1200" b="1"/>
            </a:lvl5pPr>
            <a:lvl6pPr marL="2741132" lvl="5" indent="-228420" algn="l">
              <a:lnSpc>
                <a:spcPct val="90000"/>
              </a:lnSpc>
              <a:spcBef>
                <a:spcPts val="375"/>
              </a:spcBef>
              <a:spcAft>
                <a:spcPts val="0"/>
              </a:spcAft>
              <a:buClr>
                <a:schemeClr val="dk1"/>
              </a:buClr>
              <a:buSzPts val="1200"/>
              <a:buNone/>
              <a:defRPr sz="1200" b="1"/>
            </a:lvl6pPr>
            <a:lvl7pPr marL="3198000" lvl="6" indent="-228420" algn="l">
              <a:lnSpc>
                <a:spcPct val="90000"/>
              </a:lnSpc>
              <a:spcBef>
                <a:spcPts val="375"/>
              </a:spcBef>
              <a:spcAft>
                <a:spcPts val="0"/>
              </a:spcAft>
              <a:buClr>
                <a:schemeClr val="dk1"/>
              </a:buClr>
              <a:buSzPts val="1200"/>
              <a:buNone/>
              <a:defRPr sz="1200" b="1"/>
            </a:lvl7pPr>
            <a:lvl8pPr marL="3654856" lvl="7" indent="-228420" algn="l">
              <a:lnSpc>
                <a:spcPct val="90000"/>
              </a:lnSpc>
              <a:spcBef>
                <a:spcPts val="375"/>
              </a:spcBef>
              <a:spcAft>
                <a:spcPts val="0"/>
              </a:spcAft>
              <a:buClr>
                <a:schemeClr val="dk1"/>
              </a:buClr>
              <a:buSzPts val="1200"/>
              <a:buNone/>
              <a:defRPr sz="1200" b="1"/>
            </a:lvl8pPr>
            <a:lvl9pPr marL="4111739" lvl="8" indent="-228420" algn="l">
              <a:lnSpc>
                <a:spcPct val="90000"/>
              </a:lnSpc>
              <a:spcBef>
                <a:spcPts val="375"/>
              </a:spcBef>
              <a:spcAft>
                <a:spcPts val="0"/>
              </a:spcAft>
              <a:buClr>
                <a:schemeClr val="dk1"/>
              </a:buClr>
              <a:buSzPts val="1200"/>
              <a:buNone/>
              <a:defRPr sz="1200" b="1"/>
            </a:lvl9pPr>
          </a:lstStyle>
          <a:p>
            <a:endParaRPr/>
          </a:p>
        </p:txBody>
      </p:sp>
      <p:sp>
        <p:nvSpPr>
          <p:cNvPr id="118" name="Google Shape;118;p104"/>
          <p:cNvSpPr txBox="1">
            <a:spLocks noGrp="1"/>
          </p:cNvSpPr>
          <p:nvPr>
            <p:ph type="body" idx="2"/>
          </p:nvPr>
        </p:nvSpPr>
        <p:spPr>
          <a:xfrm>
            <a:off x="629842" y="1878806"/>
            <a:ext cx="3868340" cy="2763441"/>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19" name="Google Shape;119;p104"/>
          <p:cNvSpPr txBox="1">
            <a:spLocks noGrp="1"/>
          </p:cNvSpPr>
          <p:nvPr>
            <p:ph type="body" idx="3"/>
          </p:nvPr>
        </p:nvSpPr>
        <p:spPr>
          <a:xfrm>
            <a:off x="4629152" y="1260872"/>
            <a:ext cx="3887391" cy="617934"/>
          </a:xfrm>
          <a:prstGeom prst="rect">
            <a:avLst/>
          </a:prstGeom>
          <a:noFill/>
          <a:ln>
            <a:noFill/>
          </a:ln>
        </p:spPr>
        <p:txBody>
          <a:bodyPr spcFirstLastPara="1" wrap="square" lIns="68480" tIns="34274" rIns="68480" bIns="34274" anchor="b" anchorCtr="0">
            <a:normAutofit/>
          </a:bodyPr>
          <a:lstStyle>
            <a:lvl1pPr marL="456842" lvl="0" indent="-228420" algn="l">
              <a:lnSpc>
                <a:spcPct val="90000"/>
              </a:lnSpc>
              <a:spcBef>
                <a:spcPts val="750"/>
              </a:spcBef>
              <a:spcAft>
                <a:spcPts val="0"/>
              </a:spcAft>
              <a:buClr>
                <a:schemeClr val="dk1"/>
              </a:buClr>
              <a:buSzPts val="1800"/>
              <a:buNone/>
              <a:defRPr sz="1800" b="1"/>
            </a:lvl1pPr>
            <a:lvl2pPr marL="913725" lvl="1" indent="-228420" algn="l">
              <a:lnSpc>
                <a:spcPct val="90000"/>
              </a:lnSpc>
              <a:spcBef>
                <a:spcPts val="375"/>
              </a:spcBef>
              <a:spcAft>
                <a:spcPts val="0"/>
              </a:spcAft>
              <a:buClr>
                <a:schemeClr val="dk1"/>
              </a:buClr>
              <a:buSzPts val="1500"/>
              <a:buNone/>
              <a:defRPr sz="1500" b="1"/>
            </a:lvl2pPr>
            <a:lvl3pPr marL="1370580" lvl="2" indent="-228420" algn="l">
              <a:lnSpc>
                <a:spcPct val="90000"/>
              </a:lnSpc>
              <a:spcBef>
                <a:spcPts val="375"/>
              </a:spcBef>
              <a:spcAft>
                <a:spcPts val="0"/>
              </a:spcAft>
              <a:buClr>
                <a:schemeClr val="dk1"/>
              </a:buClr>
              <a:buSzPts val="1400"/>
              <a:buNone/>
              <a:defRPr sz="1400" b="1"/>
            </a:lvl3pPr>
            <a:lvl4pPr marL="1827449" lvl="3" indent="-228420" algn="l">
              <a:lnSpc>
                <a:spcPct val="90000"/>
              </a:lnSpc>
              <a:spcBef>
                <a:spcPts val="375"/>
              </a:spcBef>
              <a:spcAft>
                <a:spcPts val="0"/>
              </a:spcAft>
              <a:buClr>
                <a:schemeClr val="dk1"/>
              </a:buClr>
              <a:buSzPts val="1200"/>
              <a:buNone/>
              <a:defRPr sz="1200" b="1"/>
            </a:lvl4pPr>
            <a:lvl5pPr marL="2284290" lvl="4" indent="-228420" algn="l">
              <a:lnSpc>
                <a:spcPct val="90000"/>
              </a:lnSpc>
              <a:spcBef>
                <a:spcPts val="375"/>
              </a:spcBef>
              <a:spcAft>
                <a:spcPts val="0"/>
              </a:spcAft>
              <a:buClr>
                <a:schemeClr val="dk1"/>
              </a:buClr>
              <a:buSzPts val="1200"/>
              <a:buNone/>
              <a:defRPr sz="1200" b="1"/>
            </a:lvl5pPr>
            <a:lvl6pPr marL="2741132" lvl="5" indent="-228420" algn="l">
              <a:lnSpc>
                <a:spcPct val="90000"/>
              </a:lnSpc>
              <a:spcBef>
                <a:spcPts val="375"/>
              </a:spcBef>
              <a:spcAft>
                <a:spcPts val="0"/>
              </a:spcAft>
              <a:buClr>
                <a:schemeClr val="dk1"/>
              </a:buClr>
              <a:buSzPts val="1200"/>
              <a:buNone/>
              <a:defRPr sz="1200" b="1"/>
            </a:lvl6pPr>
            <a:lvl7pPr marL="3198000" lvl="6" indent="-228420" algn="l">
              <a:lnSpc>
                <a:spcPct val="90000"/>
              </a:lnSpc>
              <a:spcBef>
                <a:spcPts val="375"/>
              </a:spcBef>
              <a:spcAft>
                <a:spcPts val="0"/>
              </a:spcAft>
              <a:buClr>
                <a:schemeClr val="dk1"/>
              </a:buClr>
              <a:buSzPts val="1200"/>
              <a:buNone/>
              <a:defRPr sz="1200" b="1"/>
            </a:lvl7pPr>
            <a:lvl8pPr marL="3654856" lvl="7" indent="-228420" algn="l">
              <a:lnSpc>
                <a:spcPct val="90000"/>
              </a:lnSpc>
              <a:spcBef>
                <a:spcPts val="375"/>
              </a:spcBef>
              <a:spcAft>
                <a:spcPts val="0"/>
              </a:spcAft>
              <a:buClr>
                <a:schemeClr val="dk1"/>
              </a:buClr>
              <a:buSzPts val="1200"/>
              <a:buNone/>
              <a:defRPr sz="1200" b="1"/>
            </a:lvl8pPr>
            <a:lvl9pPr marL="4111739" lvl="8" indent="-228420" algn="l">
              <a:lnSpc>
                <a:spcPct val="90000"/>
              </a:lnSpc>
              <a:spcBef>
                <a:spcPts val="375"/>
              </a:spcBef>
              <a:spcAft>
                <a:spcPts val="0"/>
              </a:spcAft>
              <a:buClr>
                <a:schemeClr val="dk1"/>
              </a:buClr>
              <a:buSzPts val="1200"/>
              <a:buNone/>
              <a:defRPr sz="1200" b="1"/>
            </a:lvl9pPr>
          </a:lstStyle>
          <a:p>
            <a:endParaRPr/>
          </a:p>
        </p:txBody>
      </p:sp>
      <p:sp>
        <p:nvSpPr>
          <p:cNvPr id="120" name="Google Shape;120;p104"/>
          <p:cNvSpPr txBox="1">
            <a:spLocks noGrp="1"/>
          </p:cNvSpPr>
          <p:nvPr>
            <p:ph type="body" idx="4"/>
          </p:nvPr>
        </p:nvSpPr>
        <p:spPr>
          <a:xfrm>
            <a:off x="4629152" y="1878806"/>
            <a:ext cx="3887391" cy="2763441"/>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21" name="Google Shape;121;p104"/>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04"/>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04"/>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048587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只有標題" type="titleOnly">
  <p:cSld name="只有標題">
    <p:spTree>
      <p:nvGrpSpPr>
        <p:cNvPr id="1" name="Shape 124"/>
        <p:cNvGrpSpPr/>
        <p:nvPr/>
      </p:nvGrpSpPr>
      <p:grpSpPr>
        <a:xfrm>
          <a:off x="0" y="0"/>
          <a:ext cx="0" cy="0"/>
          <a:chOff x="0" y="0"/>
          <a:chExt cx="0" cy="0"/>
        </a:xfrm>
      </p:grpSpPr>
      <p:sp>
        <p:nvSpPr>
          <p:cNvPr id="125" name="Google Shape;125;p105"/>
          <p:cNvSpPr txBox="1">
            <a:spLocks noGrp="1"/>
          </p:cNvSpPr>
          <p:nvPr>
            <p:ph type="title"/>
          </p:nvPr>
        </p:nvSpPr>
        <p:spPr>
          <a:xfrm>
            <a:off x="628650" y="273844"/>
            <a:ext cx="7886700" cy="994172"/>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105"/>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05"/>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105"/>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168220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含標題的內容" type="objTx">
  <p:cSld name="含標題的內容">
    <p:spTree>
      <p:nvGrpSpPr>
        <p:cNvPr id="1" name="Shape 133"/>
        <p:cNvGrpSpPr/>
        <p:nvPr/>
      </p:nvGrpSpPr>
      <p:grpSpPr>
        <a:xfrm>
          <a:off x="0" y="0"/>
          <a:ext cx="0" cy="0"/>
          <a:chOff x="0" y="0"/>
          <a:chExt cx="0" cy="0"/>
        </a:xfrm>
      </p:grpSpPr>
      <p:sp>
        <p:nvSpPr>
          <p:cNvPr id="134" name="Google Shape;134;p107"/>
          <p:cNvSpPr txBox="1">
            <a:spLocks noGrp="1"/>
          </p:cNvSpPr>
          <p:nvPr>
            <p:ph type="title"/>
          </p:nvPr>
        </p:nvSpPr>
        <p:spPr>
          <a:xfrm>
            <a:off x="629841" y="342900"/>
            <a:ext cx="2949178" cy="1200150"/>
          </a:xfrm>
          <a:prstGeom prst="rect">
            <a:avLst/>
          </a:prstGeom>
          <a:noFill/>
          <a:ln>
            <a:noFill/>
          </a:ln>
        </p:spPr>
        <p:txBody>
          <a:bodyPr spcFirstLastPara="1" wrap="square" lIns="68480" tIns="34274" rIns="68480" bIns="34274"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107"/>
          <p:cNvSpPr txBox="1">
            <a:spLocks noGrp="1"/>
          </p:cNvSpPr>
          <p:nvPr>
            <p:ph type="body" idx="1"/>
          </p:nvPr>
        </p:nvSpPr>
        <p:spPr>
          <a:xfrm>
            <a:off x="3887391" y="740630"/>
            <a:ext cx="4629150" cy="3655219"/>
          </a:xfrm>
          <a:prstGeom prst="rect">
            <a:avLst/>
          </a:prstGeom>
          <a:noFill/>
          <a:ln>
            <a:noFill/>
          </a:ln>
        </p:spPr>
        <p:txBody>
          <a:bodyPr spcFirstLastPara="1" wrap="square" lIns="68480" tIns="34274" rIns="68480" bIns="34274" anchor="t" anchorCtr="0">
            <a:normAutofit/>
          </a:bodyPr>
          <a:lstStyle>
            <a:lvl1pPr marL="456842" lvl="0" indent="-380729" algn="l">
              <a:lnSpc>
                <a:spcPct val="90000"/>
              </a:lnSpc>
              <a:spcBef>
                <a:spcPts val="750"/>
              </a:spcBef>
              <a:spcAft>
                <a:spcPts val="0"/>
              </a:spcAft>
              <a:buClr>
                <a:schemeClr val="dk1"/>
              </a:buClr>
              <a:buSzPts val="2400"/>
              <a:buChar char="•"/>
              <a:defRPr sz="2400"/>
            </a:lvl1pPr>
            <a:lvl2pPr marL="913725" lvl="1" indent="-361680" algn="l">
              <a:lnSpc>
                <a:spcPct val="90000"/>
              </a:lnSpc>
              <a:spcBef>
                <a:spcPts val="375"/>
              </a:spcBef>
              <a:spcAft>
                <a:spcPts val="0"/>
              </a:spcAft>
              <a:buClr>
                <a:schemeClr val="dk1"/>
              </a:buClr>
              <a:buSzPts val="2100"/>
              <a:buChar char="•"/>
              <a:defRPr sz="2100"/>
            </a:lvl2pPr>
            <a:lvl3pPr marL="1370580" lvl="2" indent="-342632" algn="l">
              <a:lnSpc>
                <a:spcPct val="90000"/>
              </a:lnSpc>
              <a:spcBef>
                <a:spcPts val="375"/>
              </a:spcBef>
              <a:spcAft>
                <a:spcPts val="0"/>
              </a:spcAft>
              <a:buClr>
                <a:schemeClr val="dk1"/>
              </a:buClr>
              <a:buSzPts val="1800"/>
              <a:buChar char="•"/>
              <a:defRPr sz="1800"/>
            </a:lvl3pPr>
            <a:lvl4pPr marL="1827449" lvl="3" indent="-323610" algn="l">
              <a:lnSpc>
                <a:spcPct val="90000"/>
              </a:lnSpc>
              <a:spcBef>
                <a:spcPts val="375"/>
              </a:spcBef>
              <a:spcAft>
                <a:spcPts val="0"/>
              </a:spcAft>
              <a:buClr>
                <a:schemeClr val="dk1"/>
              </a:buClr>
              <a:buSzPts val="1500"/>
              <a:buChar char="•"/>
              <a:defRPr sz="1500"/>
            </a:lvl4pPr>
            <a:lvl5pPr marL="2284290" lvl="4" indent="-323610" algn="l">
              <a:lnSpc>
                <a:spcPct val="90000"/>
              </a:lnSpc>
              <a:spcBef>
                <a:spcPts val="375"/>
              </a:spcBef>
              <a:spcAft>
                <a:spcPts val="0"/>
              </a:spcAft>
              <a:buClr>
                <a:schemeClr val="dk1"/>
              </a:buClr>
              <a:buSzPts val="1500"/>
              <a:buChar char="•"/>
              <a:defRPr sz="1500"/>
            </a:lvl5pPr>
            <a:lvl6pPr marL="2741132" lvl="5" indent="-323610" algn="l">
              <a:lnSpc>
                <a:spcPct val="90000"/>
              </a:lnSpc>
              <a:spcBef>
                <a:spcPts val="375"/>
              </a:spcBef>
              <a:spcAft>
                <a:spcPts val="0"/>
              </a:spcAft>
              <a:buClr>
                <a:schemeClr val="dk1"/>
              </a:buClr>
              <a:buSzPts val="1500"/>
              <a:buChar char="•"/>
              <a:defRPr sz="1500"/>
            </a:lvl6pPr>
            <a:lvl7pPr marL="3198000" lvl="6" indent="-323610" algn="l">
              <a:lnSpc>
                <a:spcPct val="90000"/>
              </a:lnSpc>
              <a:spcBef>
                <a:spcPts val="375"/>
              </a:spcBef>
              <a:spcAft>
                <a:spcPts val="0"/>
              </a:spcAft>
              <a:buClr>
                <a:schemeClr val="dk1"/>
              </a:buClr>
              <a:buSzPts val="1500"/>
              <a:buChar char="•"/>
              <a:defRPr sz="1500"/>
            </a:lvl7pPr>
            <a:lvl8pPr marL="3654856" lvl="7" indent="-323610" algn="l">
              <a:lnSpc>
                <a:spcPct val="90000"/>
              </a:lnSpc>
              <a:spcBef>
                <a:spcPts val="375"/>
              </a:spcBef>
              <a:spcAft>
                <a:spcPts val="0"/>
              </a:spcAft>
              <a:buClr>
                <a:schemeClr val="dk1"/>
              </a:buClr>
              <a:buSzPts val="1500"/>
              <a:buChar char="•"/>
              <a:defRPr sz="1500"/>
            </a:lvl8pPr>
            <a:lvl9pPr marL="4111739" lvl="8" indent="-323610" algn="l">
              <a:lnSpc>
                <a:spcPct val="90000"/>
              </a:lnSpc>
              <a:spcBef>
                <a:spcPts val="375"/>
              </a:spcBef>
              <a:spcAft>
                <a:spcPts val="0"/>
              </a:spcAft>
              <a:buClr>
                <a:schemeClr val="dk1"/>
              </a:buClr>
              <a:buSzPts val="1500"/>
              <a:buChar char="•"/>
              <a:defRPr sz="1500"/>
            </a:lvl9pPr>
          </a:lstStyle>
          <a:p>
            <a:endParaRPr/>
          </a:p>
        </p:txBody>
      </p:sp>
      <p:sp>
        <p:nvSpPr>
          <p:cNvPr id="136" name="Google Shape;136;p107"/>
          <p:cNvSpPr txBox="1">
            <a:spLocks noGrp="1"/>
          </p:cNvSpPr>
          <p:nvPr>
            <p:ph type="body" idx="2"/>
          </p:nvPr>
        </p:nvSpPr>
        <p:spPr>
          <a:xfrm>
            <a:off x="629841" y="1543052"/>
            <a:ext cx="2949178" cy="2858691"/>
          </a:xfrm>
          <a:prstGeom prst="rect">
            <a:avLst/>
          </a:prstGeom>
          <a:noFill/>
          <a:ln>
            <a:noFill/>
          </a:ln>
        </p:spPr>
        <p:txBody>
          <a:bodyPr spcFirstLastPara="1" wrap="square" lIns="68480" tIns="34274" rIns="68480" bIns="34274" anchor="t" anchorCtr="0">
            <a:normAutofit/>
          </a:bodyPr>
          <a:lstStyle>
            <a:lvl1pPr marL="456842" lvl="0" indent="-228420" algn="l">
              <a:lnSpc>
                <a:spcPct val="90000"/>
              </a:lnSpc>
              <a:spcBef>
                <a:spcPts val="750"/>
              </a:spcBef>
              <a:spcAft>
                <a:spcPts val="0"/>
              </a:spcAft>
              <a:buClr>
                <a:schemeClr val="dk1"/>
              </a:buClr>
              <a:buSzPts val="1200"/>
              <a:buNone/>
              <a:defRPr sz="1200"/>
            </a:lvl1pPr>
            <a:lvl2pPr marL="913725" lvl="1" indent="-228420" algn="l">
              <a:lnSpc>
                <a:spcPct val="90000"/>
              </a:lnSpc>
              <a:spcBef>
                <a:spcPts val="375"/>
              </a:spcBef>
              <a:spcAft>
                <a:spcPts val="0"/>
              </a:spcAft>
              <a:buClr>
                <a:schemeClr val="dk1"/>
              </a:buClr>
              <a:buSzPts val="1100"/>
              <a:buNone/>
              <a:defRPr sz="1100"/>
            </a:lvl2pPr>
            <a:lvl3pPr marL="1370580" lvl="2" indent="-228420" algn="l">
              <a:lnSpc>
                <a:spcPct val="90000"/>
              </a:lnSpc>
              <a:spcBef>
                <a:spcPts val="375"/>
              </a:spcBef>
              <a:spcAft>
                <a:spcPts val="0"/>
              </a:spcAft>
              <a:buClr>
                <a:schemeClr val="dk1"/>
              </a:buClr>
              <a:buSzPts val="900"/>
              <a:buNone/>
              <a:defRPr sz="900"/>
            </a:lvl3pPr>
            <a:lvl4pPr marL="1827449" lvl="3" indent="-228420" algn="l">
              <a:lnSpc>
                <a:spcPct val="90000"/>
              </a:lnSpc>
              <a:spcBef>
                <a:spcPts val="375"/>
              </a:spcBef>
              <a:spcAft>
                <a:spcPts val="0"/>
              </a:spcAft>
              <a:buClr>
                <a:schemeClr val="dk1"/>
              </a:buClr>
              <a:buSzPts val="800"/>
              <a:buNone/>
              <a:defRPr sz="800"/>
            </a:lvl4pPr>
            <a:lvl5pPr marL="2284290" lvl="4" indent="-228420" algn="l">
              <a:lnSpc>
                <a:spcPct val="90000"/>
              </a:lnSpc>
              <a:spcBef>
                <a:spcPts val="375"/>
              </a:spcBef>
              <a:spcAft>
                <a:spcPts val="0"/>
              </a:spcAft>
              <a:buClr>
                <a:schemeClr val="dk1"/>
              </a:buClr>
              <a:buSzPts val="800"/>
              <a:buNone/>
              <a:defRPr sz="800"/>
            </a:lvl5pPr>
            <a:lvl6pPr marL="2741132" lvl="5" indent="-228420" algn="l">
              <a:lnSpc>
                <a:spcPct val="90000"/>
              </a:lnSpc>
              <a:spcBef>
                <a:spcPts val="375"/>
              </a:spcBef>
              <a:spcAft>
                <a:spcPts val="0"/>
              </a:spcAft>
              <a:buClr>
                <a:schemeClr val="dk1"/>
              </a:buClr>
              <a:buSzPts val="800"/>
              <a:buNone/>
              <a:defRPr sz="800"/>
            </a:lvl6pPr>
            <a:lvl7pPr marL="3198000" lvl="6" indent="-228420" algn="l">
              <a:lnSpc>
                <a:spcPct val="90000"/>
              </a:lnSpc>
              <a:spcBef>
                <a:spcPts val="375"/>
              </a:spcBef>
              <a:spcAft>
                <a:spcPts val="0"/>
              </a:spcAft>
              <a:buClr>
                <a:schemeClr val="dk1"/>
              </a:buClr>
              <a:buSzPts val="800"/>
              <a:buNone/>
              <a:defRPr sz="800"/>
            </a:lvl7pPr>
            <a:lvl8pPr marL="3654856" lvl="7" indent="-228420" algn="l">
              <a:lnSpc>
                <a:spcPct val="90000"/>
              </a:lnSpc>
              <a:spcBef>
                <a:spcPts val="375"/>
              </a:spcBef>
              <a:spcAft>
                <a:spcPts val="0"/>
              </a:spcAft>
              <a:buClr>
                <a:schemeClr val="dk1"/>
              </a:buClr>
              <a:buSzPts val="800"/>
              <a:buNone/>
              <a:defRPr sz="800"/>
            </a:lvl8pPr>
            <a:lvl9pPr marL="4111739" lvl="8" indent="-228420" algn="l">
              <a:lnSpc>
                <a:spcPct val="90000"/>
              </a:lnSpc>
              <a:spcBef>
                <a:spcPts val="375"/>
              </a:spcBef>
              <a:spcAft>
                <a:spcPts val="0"/>
              </a:spcAft>
              <a:buClr>
                <a:schemeClr val="dk1"/>
              </a:buClr>
              <a:buSzPts val="800"/>
              <a:buNone/>
              <a:defRPr sz="800"/>
            </a:lvl9pPr>
          </a:lstStyle>
          <a:p>
            <a:endParaRPr/>
          </a:p>
        </p:txBody>
      </p:sp>
      <p:sp>
        <p:nvSpPr>
          <p:cNvPr id="137" name="Google Shape;137;p107"/>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107"/>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107"/>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2283693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含標題的圖片" type="picTx">
  <p:cSld name="含標題的圖片">
    <p:spTree>
      <p:nvGrpSpPr>
        <p:cNvPr id="1" name="Shape 140"/>
        <p:cNvGrpSpPr/>
        <p:nvPr/>
      </p:nvGrpSpPr>
      <p:grpSpPr>
        <a:xfrm>
          <a:off x="0" y="0"/>
          <a:ext cx="0" cy="0"/>
          <a:chOff x="0" y="0"/>
          <a:chExt cx="0" cy="0"/>
        </a:xfrm>
      </p:grpSpPr>
      <p:sp>
        <p:nvSpPr>
          <p:cNvPr id="141" name="Google Shape;141;p108"/>
          <p:cNvSpPr txBox="1">
            <a:spLocks noGrp="1"/>
          </p:cNvSpPr>
          <p:nvPr>
            <p:ph type="title"/>
          </p:nvPr>
        </p:nvSpPr>
        <p:spPr>
          <a:xfrm>
            <a:off x="629841" y="342900"/>
            <a:ext cx="2949178" cy="1200150"/>
          </a:xfrm>
          <a:prstGeom prst="rect">
            <a:avLst/>
          </a:prstGeom>
          <a:noFill/>
          <a:ln>
            <a:noFill/>
          </a:ln>
        </p:spPr>
        <p:txBody>
          <a:bodyPr spcFirstLastPara="1" wrap="square" lIns="68480" tIns="34274" rIns="68480" bIns="34274"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108"/>
          <p:cNvSpPr>
            <a:spLocks noGrp="1"/>
          </p:cNvSpPr>
          <p:nvPr>
            <p:ph type="pic" idx="2"/>
          </p:nvPr>
        </p:nvSpPr>
        <p:spPr>
          <a:xfrm>
            <a:off x="3887391" y="740630"/>
            <a:ext cx="4629150" cy="3655219"/>
          </a:xfrm>
          <a:prstGeom prst="rect">
            <a:avLst/>
          </a:prstGeom>
          <a:noFill/>
          <a:ln>
            <a:noFill/>
          </a:ln>
        </p:spPr>
        <p:txBody>
          <a:bodyPr spcFirstLastPara="1" wrap="square" lIns="68480" tIns="34274" rIns="68480" bIns="34274" anchor="t" anchorCtr="0">
            <a:norm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43" name="Google Shape;143;p108"/>
          <p:cNvSpPr txBox="1">
            <a:spLocks noGrp="1"/>
          </p:cNvSpPr>
          <p:nvPr>
            <p:ph type="body" idx="1"/>
          </p:nvPr>
        </p:nvSpPr>
        <p:spPr>
          <a:xfrm>
            <a:off x="629841" y="1543052"/>
            <a:ext cx="2949178" cy="2858691"/>
          </a:xfrm>
          <a:prstGeom prst="rect">
            <a:avLst/>
          </a:prstGeom>
          <a:noFill/>
          <a:ln>
            <a:noFill/>
          </a:ln>
        </p:spPr>
        <p:txBody>
          <a:bodyPr spcFirstLastPara="1" wrap="square" lIns="68480" tIns="34274" rIns="68480" bIns="34274" anchor="t" anchorCtr="0">
            <a:normAutofit/>
          </a:bodyPr>
          <a:lstStyle>
            <a:lvl1pPr marL="456842" lvl="0" indent="-228420" algn="l">
              <a:lnSpc>
                <a:spcPct val="90000"/>
              </a:lnSpc>
              <a:spcBef>
                <a:spcPts val="750"/>
              </a:spcBef>
              <a:spcAft>
                <a:spcPts val="0"/>
              </a:spcAft>
              <a:buClr>
                <a:schemeClr val="dk1"/>
              </a:buClr>
              <a:buSzPts val="1200"/>
              <a:buNone/>
              <a:defRPr sz="1200"/>
            </a:lvl1pPr>
            <a:lvl2pPr marL="913725" lvl="1" indent="-228420" algn="l">
              <a:lnSpc>
                <a:spcPct val="90000"/>
              </a:lnSpc>
              <a:spcBef>
                <a:spcPts val="375"/>
              </a:spcBef>
              <a:spcAft>
                <a:spcPts val="0"/>
              </a:spcAft>
              <a:buClr>
                <a:schemeClr val="dk1"/>
              </a:buClr>
              <a:buSzPts val="1100"/>
              <a:buNone/>
              <a:defRPr sz="1100"/>
            </a:lvl2pPr>
            <a:lvl3pPr marL="1370580" lvl="2" indent="-228420" algn="l">
              <a:lnSpc>
                <a:spcPct val="90000"/>
              </a:lnSpc>
              <a:spcBef>
                <a:spcPts val="375"/>
              </a:spcBef>
              <a:spcAft>
                <a:spcPts val="0"/>
              </a:spcAft>
              <a:buClr>
                <a:schemeClr val="dk1"/>
              </a:buClr>
              <a:buSzPts val="900"/>
              <a:buNone/>
              <a:defRPr sz="900"/>
            </a:lvl3pPr>
            <a:lvl4pPr marL="1827449" lvl="3" indent="-228420" algn="l">
              <a:lnSpc>
                <a:spcPct val="90000"/>
              </a:lnSpc>
              <a:spcBef>
                <a:spcPts val="375"/>
              </a:spcBef>
              <a:spcAft>
                <a:spcPts val="0"/>
              </a:spcAft>
              <a:buClr>
                <a:schemeClr val="dk1"/>
              </a:buClr>
              <a:buSzPts val="800"/>
              <a:buNone/>
              <a:defRPr sz="800"/>
            </a:lvl4pPr>
            <a:lvl5pPr marL="2284290" lvl="4" indent="-228420" algn="l">
              <a:lnSpc>
                <a:spcPct val="90000"/>
              </a:lnSpc>
              <a:spcBef>
                <a:spcPts val="375"/>
              </a:spcBef>
              <a:spcAft>
                <a:spcPts val="0"/>
              </a:spcAft>
              <a:buClr>
                <a:schemeClr val="dk1"/>
              </a:buClr>
              <a:buSzPts val="800"/>
              <a:buNone/>
              <a:defRPr sz="800"/>
            </a:lvl5pPr>
            <a:lvl6pPr marL="2741132" lvl="5" indent="-228420" algn="l">
              <a:lnSpc>
                <a:spcPct val="90000"/>
              </a:lnSpc>
              <a:spcBef>
                <a:spcPts val="375"/>
              </a:spcBef>
              <a:spcAft>
                <a:spcPts val="0"/>
              </a:spcAft>
              <a:buClr>
                <a:schemeClr val="dk1"/>
              </a:buClr>
              <a:buSzPts val="800"/>
              <a:buNone/>
              <a:defRPr sz="800"/>
            </a:lvl6pPr>
            <a:lvl7pPr marL="3198000" lvl="6" indent="-228420" algn="l">
              <a:lnSpc>
                <a:spcPct val="90000"/>
              </a:lnSpc>
              <a:spcBef>
                <a:spcPts val="375"/>
              </a:spcBef>
              <a:spcAft>
                <a:spcPts val="0"/>
              </a:spcAft>
              <a:buClr>
                <a:schemeClr val="dk1"/>
              </a:buClr>
              <a:buSzPts val="800"/>
              <a:buNone/>
              <a:defRPr sz="800"/>
            </a:lvl7pPr>
            <a:lvl8pPr marL="3654856" lvl="7" indent="-228420" algn="l">
              <a:lnSpc>
                <a:spcPct val="90000"/>
              </a:lnSpc>
              <a:spcBef>
                <a:spcPts val="375"/>
              </a:spcBef>
              <a:spcAft>
                <a:spcPts val="0"/>
              </a:spcAft>
              <a:buClr>
                <a:schemeClr val="dk1"/>
              </a:buClr>
              <a:buSzPts val="800"/>
              <a:buNone/>
              <a:defRPr sz="800"/>
            </a:lvl8pPr>
            <a:lvl9pPr marL="4111739" lvl="8" indent="-228420" algn="l">
              <a:lnSpc>
                <a:spcPct val="90000"/>
              </a:lnSpc>
              <a:spcBef>
                <a:spcPts val="375"/>
              </a:spcBef>
              <a:spcAft>
                <a:spcPts val="0"/>
              </a:spcAft>
              <a:buClr>
                <a:schemeClr val="dk1"/>
              </a:buClr>
              <a:buSzPts val="800"/>
              <a:buNone/>
              <a:defRPr sz="800"/>
            </a:lvl9pPr>
          </a:lstStyle>
          <a:p>
            <a:endParaRPr/>
          </a:p>
        </p:txBody>
      </p:sp>
      <p:sp>
        <p:nvSpPr>
          <p:cNvPr id="144" name="Google Shape;144;p108"/>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108"/>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108"/>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1931994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標題及直排文字" type="vertTx">
  <p:cSld name="標題及直排文字">
    <p:spTree>
      <p:nvGrpSpPr>
        <p:cNvPr id="1" name="Shape 147"/>
        <p:cNvGrpSpPr/>
        <p:nvPr/>
      </p:nvGrpSpPr>
      <p:grpSpPr>
        <a:xfrm>
          <a:off x="0" y="0"/>
          <a:ext cx="0" cy="0"/>
          <a:chOff x="0" y="0"/>
          <a:chExt cx="0" cy="0"/>
        </a:xfrm>
      </p:grpSpPr>
      <p:sp>
        <p:nvSpPr>
          <p:cNvPr id="148" name="Google Shape;148;p109"/>
          <p:cNvSpPr txBox="1">
            <a:spLocks noGrp="1"/>
          </p:cNvSpPr>
          <p:nvPr>
            <p:ph type="title"/>
          </p:nvPr>
        </p:nvSpPr>
        <p:spPr>
          <a:xfrm>
            <a:off x="628650" y="273844"/>
            <a:ext cx="7886700" cy="994172"/>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109"/>
          <p:cNvSpPr txBox="1">
            <a:spLocks noGrp="1"/>
          </p:cNvSpPr>
          <p:nvPr>
            <p:ph type="body" idx="1"/>
          </p:nvPr>
        </p:nvSpPr>
        <p:spPr>
          <a:xfrm rot="5400000">
            <a:off x="2940250" y="-942379"/>
            <a:ext cx="3263504" cy="7886700"/>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50" name="Google Shape;150;p109"/>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109"/>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109"/>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1833504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直排標題及文字" type="vertTitleAndTx">
  <p:cSld name="直排標題及文字">
    <p:spTree>
      <p:nvGrpSpPr>
        <p:cNvPr id="1" name="Shape 153"/>
        <p:cNvGrpSpPr/>
        <p:nvPr/>
      </p:nvGrpSpPr>
      <p:grpSpPr>
        <a:xfrm>
          <a:off x="0" y="0"/>
          <a:ext cx="0" cy="0"/>
          <a:chOff x="0" y="0"/>
          <a:chExt cx="0" cy="0"/>
        </a:xfrm>
      </p:grpSpPr>
      <p:sp>
        <p:nvSpPr>
          <p:cNvPr id="154" name="Google Shape;154;p110"/>
          <p:cNvSpPr txBox="1">
            <a:spLocks noGrp="1"/>
          </p:cNvSpPr>
          <p:nvPr>
            <p:ph type="title"/>
          </p:nvPr>
        </p:nvSpPr>
        <p:spPr>
          <a:xfrm rot="5400000">
            <a:off x="5350104" y="1467479"/>
            <a:ext cx="4358879" cy="1971675"/>
          </a:xfrm>
          <a:prstGeom prst="rect">
            <a:avLst/>
          </a:prstGeom>
          <a:noFill/>
          <a:ln>
            <a:noFill/>
          </a:ln>
        </p:spPr>
        <p:txBody>
          <a:bodyPr spcFirstLastPara="1" wrap="square" lIns="68480" tIns="34274" rIns="68480" bIns="34274"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110"/>
          <p:cNvSpPr txBox="1">
            <a:spLocks noGrp="1"/>
          </p:cNvSpPr>
          <p:nvPr>
            <p:ph type="body" idx="1"/>
          </p:nvPr>
        </p:nvSpPr>
        <p:spPr>
          <a:xfrm rot="5400000">
            <a:off x="1349605" y="-447047"/>
            <a:ext cx="4358879" cy="5800725"/>
          </a:xfrm>
          <a:prstGeom prst="rect">
            <a:avLst/>
          </a:prstGeom>
          <a:noFill/>
          <a:ln>
            <a:noFill/>
          </a:ln>
        </p:spPr>
        <p:txBody>
          <a:bodyPr spcFirstLastPara="1" wrap="square" lIns="68480" tIns="34274" rIns="68480" bIns="34274" anchor="t" anchorCtr="0">
            <a:normAutofit/>
          </a:bodyPr>
          <a:lstStyle>
            <a:lvl1pPr marL="456842" lvl="0" indent="-342632" algn="l">
              <a:lnSpc>
                <a:spcPct val="90000"/>
              </a:lnSpc>
              <a:spcBef>
                <a:spcPts val="750"/>
              </a:spcBef>
              <a:spcAft>
                <a:spcPts val="0"/>
              </a:spcAft>
              <a:buClr>
                <a:schemeClr val="dk1"/>
              </a:buClr>
              <a:buSzPts val="1800"/>
              <a:buChar char="•"/>
              <a:defRPr/>
            </a:lvl1pPr>
            <a:lvl2pPr marL="913725" lvl="1" indent="-342632" algn="l">
              <a:lnSpc>
                <a:spcPct val="90000"/>
              </a:lnSpc>
              <a:spcBef>
                <a:spcPts val="375"/>
              </a:spcBef>
              <a:spcAft>
                <a:spcPts val="0"/>
              </a:spcAft>
              <a:buClr>
                <a:schemeClr val="dk1"/>
              </a:buClr>
              <a:buSzPts val="1800"/>
              <a:buChar char="•"/>
              <a:defRPr/>
            </a:lvl2pPr>
            <a:lvl3pPr marL="1370580" lvl="2" indent="-342632" algn="l">
              <a:lnSpc>
                <a:spcPct val="90000"/>
              </a:lnSpc>
              <a:spcBef>
                <a:spcPts val="375"/>
              </a:spcBef>
              <a:spcAft>
                <a:spcPts val="0"/>
              </a:spcAft>
              <a:buClr>
                <a:schemeClr val="dk1"/>
              </a:buClr>
              <a:buSzPts val="1800"/>
              <a:buChar char="•"/>
              <a:defRPr/>
            </a:lvl3pPr>
            <a:lvl4pPr marL="1827449" lvl="3" indent="-342632" algn="l">
              <a:lnSpc>
                <a:spcPct val="90000"/>
              </a:lnSpc>
              <a:spcBef>
                <a:spcPts val="375"/>
              </a:spcBef>
              <a:spcAft>
                <a:spcPts val="0"/>
              </a:spcAft>
              <a:buClr>
                <a:schemeClr val="dk1"/>
              </a:buClr>
              <a:buSzPts val="1800"/>
              <a:buChar char="•"/>
              <a:defRPr/>
            </a:lvl4pPr>
            <a:lvl5pPr marL="2284290" lvl="4" indent="-342632" algn="l">
              <a:lnSpc>
                <a:spcPct val="90000"/>
              </a:lnSpc>
              <a:spcBef>
                <a:spcPts val="375"/>
              </a:spcBef>
              <a:spcAft>
                <a:spcPts val="0"/>
              </a:spcAft>
              <a:buClr>
                <a:schemeClr val="dk1"/>
              </a:buClr>
              <a:buSzPts val="1800"/>
              <a:buChar char="•"/>
              <a:defRPr/>
            </a:lvl5pPr>
            <a:lvl6pPr marL="2741132" lvl="5" indent="-342632" algn="l">
              <a:lnSpc>
                <a:spcPct val="90000"/>
              </a:lnSpc>
              <a:spcBef>
                <a:spcPts val="375"/>
              </a:spcBef>
              <a:spcAft>
                <a:spcPts val="0"/>
              </a:spcAft>
              <a:buClr>
                <a:schemeClr val="dk1"/>
              </a:buClr>
              <a:buSzPts val="1800"/>
              <a:buChar char="•"/>
              <a:defRPr/>
            </a:lvl6pPr>
            <a:lvl7pPr marL="3198000" lvl="6" indent="-342632" algn="l">
              <a:lnSpc>
                <a:spcPct val="90000"/>
              </a:lnSpc>
              <a:spcBef>
                <a:spcPts val="375"/>
              </a:spcBef>
              <a:spcAft>
                <a:spcPts val="0"/>
              </a:spcAft>
              <a:buClr>
                <a:schemeClr val="dk1"/>
              </a:buClr>
              <a:buSzPts val="1800"/>
              <a:buChar char="•"/>
              <a:defRPr/>
            </a:lvl7pPr>
            <a:lvl8pPr marL="3654856" lvl="7" indent="-342632" algn="l">
              <a:lnSpc>
                <a:spcPct val="90000"/>
              </a:lnSpc>
              <a:spcBef>
                <a:spcPts val="375"/>
              </a:spcBef>
              <a:spcAft>
                <a:spcPts val="0"/>
              </a:spcAft>
              <a:buClr>
                <a:schemeClr val="dk1"/>
              </a:buClr>
              <a:buSzPts val="1800"/>
              <a:buChar char="•"/>
              <a:defRPr/>
            </a:lvl8pPr>
            <a:lvl9pPr marL="4111739" lvl="8" indent="-342632" algn="l">
              <a:lnSpc>
                <a:spcPct val="90000"/>
              </a:lnSpc>
              <a:spcBef>
                <a:spcPts val="375"/>
              </a:spcBef>
              <a:spcAft>
                <a:spcPts val="0"/>
              </a:spcAft>
              <a:buClr>
                <a:schemeClr val="dk1"/>
              </a:buClr>
              <a:buSzPts val="1800"/>
              <a:buChar char="•"/>
              <a:defRPr/>
            </a:lvl9pPr>
          </a:lstStyle>
          <a:p>
            <a:endParaRPr/>
          </a:p>
        </p:txBody>
      </p:sp>
      <p:sp>
        <p:nvSpPr>
          <p:cNvPr id="156" name="Google Shape;156;p110"/>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110"/>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110"/>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3630405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BA1C8DEA-F152-4CE9-A566-9786855746A0}" type="datetime1">
              <a:rPr lang="zh-TW" altLang="en-US" smtClean="0"/>
              <a:t>2026/1/3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747DD56-38EE-41AC-B578-8798F888B38C}" type="slidenum">
              <a:rPr lang="zh-TW" altLang="en-US" smtClean="0"/>
              <a:t>‹#›</a:t>
            </a:fld>
            <a:endParaRPr lang="zh-TW" altLang="en-US"/>
          </a:p>
        </p:txBody>
      </p:sp>
    </p:spTree>
    <p:extLst>
      <p:ext uri="{BB962C8B-B14F-4D97-AF65-F5344CB8AC3E}">
        <p14:creationId xmlns:p14="http://schemas.microsoft.com/office/powerpoint/2010/main" val="1152309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28701"/>
            <a:ext cx="7848600" cy="1445419"/>
          </a:xfrm>
        </p:spPr>
        <p:txBody>
          <a:bodyPr anchor="b">
            <a:noAutofit/>
          </a:bodyPr>
          <a:lstStyle>
            <a:lvl1pPr>
              <a:defRPr sz="4050" cap="all" baseline="0"/>
            </a:lvl1pPr>
          </a:lstStyle>
          <a:p>
            <a:r>
              <a:rPr lang="zh-TW" altLang="en-US"/>
              <a:t>按一下以編輯母片標題樣式</a:t>
            </a:r>
            <a:endParaRPr lang="en-US" dirty="0"/>
          </a:p>
        </p:txBody>
      </p:sp>
      <p:sp>
        <p:nvSpPr>
          <p:cNvPr id="3" name="Subtitle 2"/>
          <p:cNvSpPr>
            <a:spLocks noGrp="1"/>
          </p:cNvSpPr>
          <p:nvPr>
            <p:ph type="subTitle" idx="1"/>
          </p:nvPr>
        </p:nvSpPr>
        <p:spPr>
          <a:xfrm>
            <a:off x="685800" y="2628900"/>
            <a:ext cx="6400800" cy="1314450"/>
          </a:xfrm>
        </p:spPr>
        <p:txBody>
          <a:bodyPr/>
          <a:lstStyle>
            <a:lvl1pPr marL="0" indent="0" algn="l">
              <a:buNone/>
              <a:defRPr>
                <a:solidFill>
                  <a:schemeClr val="tx1">
                    <a:lumMod val="75000"/>
                    <a:lumOff val="2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EFE6EB62-44C9-40F9-A36C-E0D8E94446A8}" type="datetime1">
              <a:rPr lang="zh-TW" altLang="en-US" smtClean="0"/>
              <a:t>2026/1/3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D747DD56-38EE-41AC-B578-8798F888B38C}" type="slidenum">
              <a:rPr lang="zh-TW" altLang="en-US" smtClean="0"/>
              <a:t>‹#›</a:t>
            </a:fld>
            <a:endParaRPr lang="zh-TW" altLang="en-US"/>
          </a:p>
        </p:txBody>
      </p:sp>
      <p:cxnSp>
        <p:nvCxnSpPr>
          <p:cNvPr id="8" name="Straight Connector 7"/>
          <p:cNvCxnSpPr/>
          <p:nvPr/>
        </p:nvCxnSpPr>
        <p:spPr>
          <a:xfrm>
            <a:off x="685800" y="2548890"/>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1572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Shape 84"/>
        <p:cNvGrpSpPr/>
        <p:nvPr/>
      </p:nvGrpSpPr>
      <p:grpSpPr>
        <a:xfrm>
          <a:off x="0" y="0"/>
          <a:ext cx="0" cy="0"/>
          <a:chOff x="0" y="0"/>
          <a:chExt cx="0" cy="0"/>
        </a:xfrm>
      </p:grpSpPr>
      <p:sp>
        <p:nvSpPr>
          <p:cNvPr id="85" name="Google Shape;85;p26"/>
          <p:cNvSpPr txBox="1">
            <a:spLocks noGrp="1"/>
          </p:cNvSpPr>
          <p:nvPr>
            <p:ph type="title"/>
          </p:nvPr>
        </p:nvSpPr>
        <p:spPr>
          <a:xfrm>
            <a:off x="628650" y="273844"/>
            <a:ext cx="7886700" cy="994172"/>
          </a:xfrm>
          <a:prstGeom prst="rect">
            <a:avLst/>
          </a:prstGeom>
          <a:noFill/>
          <a:ln>
            <a:noFill/>
          </a:ln>
        </p:spPr>
        <p:txBody>
          <a:bodyPr spcFirstLastPara="1" wrap="square" lIns="68480" tIns="34274" rIns="68480" bIns="34274"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6" name="Google Shape;86;p26"/>
          <p:cNvSpPr txBox="1">
            <a:spLocks noGrp="1"/>
          </p:cNvSpPr>
          <p:nvPr>
            <p:ph type="body" idx="1"/>
          </p:nvPr>
        </p:nvSpPr>
        <p:spPr>
          <a:xfrm>
            <a:off x="628650" y="1369219"/>
            <a:ext cx="7886700" cy="3263504"/>
          </a:xfrm>
          <a:prstGeom prst="rect">
            <a:avLst/>
          </a:prstGeom>
          <a:noFill/>
          <a:ln>
            <a:noFill/>
          </a:ln>
        </p:spPr>
        <p:txBody>
          <a:bodyPr spcFirstLastPara="1" wrap="square" lIns="68480" tIns="34274" rIns="68480" bIns="34274"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375"/>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7" name="Google Shape;87;p26"/>
          <p:cNvSpPr txBox="1">
            <a:spLocks noGrp="1"/>
          </p:cNvSpPr>
          <p:nvPr>
            <p:ph type="dt" idx="10"/>
          </p:nvPr>
        </p:nvSpPr>
        <p:spPr>
          <a:xfrm>
            <a:off x="628650" y="4767264"/>
            <a:ext cx="2057400" cy="273844"/>
          </a:xfrm>
          <a:prstGeom prst="rect">
            <a:avLst/>
          </a:prstGeom>
          <a:noFill/>
          <a:ln>
            <a:noFill/>
          </a:ln>
        </p:spPr>
        <p:txBody>
          <a:bodyPr spcFirstLastPara="1" wrap="square" lIns="68480" tIns="34274" rIns="68480" bIns="34274"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88" name="Google Shape;88;p26"/>
          <p:cNvSpPr txBox="1">
            <a:spLocks noGrp="1"/>
          </p:cNvSpPr>
          <p:nvPr>
            <p:ph type="ftr" idx="11"/>
          </p:nvPr>
        </p:nvSpPr>
        <p:spPr>
          <a:xfrm>
            <a:off x="3028950" y="4767264"/>
            <a:ext cx="3086100" cy="273844"/>
          </a:xfrm>
          <a:prstGeom prst="rect">
            <a:avLst/>
          </a:prstGeom>
          <a:noFill/>
          <a:ln>
            <a:noFill/>
          </a:ln>
        </p:spPr>
        <p:txBody>
          <a:bodyPr spcFirstLastPara="1" wrap="square" lIns="68480" tIns="34274" rIns="68480" bIns="34274"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9pPr>
          </a:lstStyle>
          <a:p>
            <a:endParaRPr/>
          </a:p>
        </p:txBody>
      </p:sp>
      <p:sp>
        <p:nvSpPr>
          <p:cNvPr id="89" name="Google Shape;89;p26"/>
          <p:cNvSpPr txBox="1">
            <a:spLocks noGrp="1"/>
          </p:cNvSpPr>
          <p:nvPr>
            <p:ph type="sldNum" idx="12"/>
          </p:nvPr>
        </p:nvSpPr>
        <p:spPr>
          <a:xfrm>
            <a:off x="6457950" y="4767264"/>
            <a:ext cx="2057400" cy="273844"/>
          </a:xfrm>
          <a:prstGeom prst="rect">
            <a:avLst/>
          </a:prstGeom>
          <a:noFill/>
          <a:ln>
            <a:noFill/>
          </a:ln>
        </p:spPr>
        <p:txBody>
          <a:bodyPr spcFirstLastPara="1" wrap="square" lIns="68480" tIns="34274" rIns="68480" bIns="34274"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altLang="zh-TW" smtClean="0"/>
              <a:pPr/>
              <a:t>‹#›</a:t>
            </a:fld>
            <a:endParaRPr lang="zh-TW" altLang="en-US"/>
          </a:p>
        </p:txBody>
      </p:sp>
    </p:spTree>
    <p:extLst>
      <p:ext uri="{BB962C8B-B14F-4D97-AF65-F5344CB8AC3E}">
        <p14:creationId xmlns:p14="http://schemas.microsoft.com/office/powerpoint/2010/main" val="2310299774"/>
      </p:ext>
    </p:extLst>
  </p:cSld>
  <p:clrMap bg1="lt1" tx1="dk1" bg2="dk2" tx2="lt2" accent1="accent1" accent2="accent2" accent3="accent3" accent4="accent4" accent5="accent5" accent6="accent6" hlink="hlink" folHlink="folHlink"/>
  <p:sldLayoutIdLst>
    <p:sldLayoutId id="2147483724" r:id="rId1"/>
    <p:sldLayoutId id="2147483728" r:id="rId2"/>
    <p:sldLayoutId id="2147483729" r:id="rId3"/>
    <p:sldLayoutId id="2147483731" r:id="rId4"/>
    <p:sldLayoutId id="2147483732" r:id="rId5"/>
    <p:sldLayoutId id="2147483733" r:id="rId6"/>
    <p:sldLayoutId id="214748373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165590"/>
            <a:ext cx="9144000" cy="1714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Placeholder 1"/>
          <p:cNvSpPr>
            <a:spLocks noGrp="1"/>
          </p:cNvSpPr>
          <p:nvPr>
            <p:ph type="title"/>
          </p:nvPr>
        </p:nvSpPr>
        <p:spPr>
          <a:xfrm>
            <a:off x="457200" y="400050"/>
            <a:ext cx="8229600" cy="742950"/>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457200" y="1200150"/>
            <a:ext cx="8229600" cy="36576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Rectangle 6"/>
          <p:cNvSpPr/>
          <p:nvPr/>
        </p:nvSpPr>
        <p:spPr>
          <a:xfrm>
            <a:off x="0" y="0"/>
            <a:ext cx="9144000" cy="274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Date Placeholder 3"/>
          <p:cNvSpPr>
            <a:spLocks noGrp="1"/>
          </p:cNvSpPr>
          <p:nvPr>
            <p:ph type="dt" sz="half" idx="2"/>
          </p:nvPr>
        </p:nvSpPr>
        <p:spPr>
          <a:xfrm>
            <a:off x="457200" y="13716"/>
            <a:ext cx="2895600" cy="246888"/>
          </a:xfrm>
          <a:prstGeom prst="rect">
            <a:avLst/>
          </a:prstGeom>
        </p:spPr>
        <p:txBody>
          <a:bodyPr vert="horz" lIns="91440" tIns="45720" rIns="91440" bIns="45720" rtlCol="0" anchor="ctr"/>
          <a:lstStyle>
            <a:lvl1pPr algn="l">
              <a:defRPr sz="900">
                <a:solidFill>
                  <a:srgbClr val="FFFFFF"/>
                </a:solidFill>
              </a:defRPr>
            </a:lvl1pPr>
          </a:lstStyle>
          <a:p>
            <a:fld id="{295D6386-C4C1-4C16-B356-141A6C73770F}" type="datetime1">
              <a:rPr lang="zh-TW" altLang="en-US" smtClean="0"/>
              <a:t>2026/1/3</a:t>
            </a:fld>
            <a:endParaRPr lang="zh-TW" altLang="en-US"/>
          </a:p>
        </p:txBody>
      </p:sp>
      <p:sp>
        <p:nvSpPr>
          <p:cNvPr id="5" name="Footer Placeholder 4"/>
          <p:cNvSpPr>
            <a:spLocks noGrp="1"/>
          </p:cNvSpPr>
          <p:nvPr>
            <p:ph type="ftr" sz="quarter" idx="3"/>
          </p:nvPr>
        </p:nvSpPr>
        <p:spPr>
          <a:xfrm>
            <a:off x="3429000" y="13716"/>
            <a:ext cx="4114800" cy="246888"/>
          </a:xfrm>
          <a:prstGeom prst="rect">
            <a:avLst/>
          </a:prstGeom>
        </p:spPr>
        <p:txBody>
          <a:bodyPr vert="horz" lIns="91440" tIns="45720" rIns="91440" bIns="45720" rtlCol="0" anchor="ctr"/>
          <a:lstStyle>
            <a:lvl1pPr algn="ctr">
              <a:defRPr sz="900">
                <a:solidFill>
                  <a:srgbClr val="FFFFFF"/>
                </a:solidFill>
              </a:defRPr>
            </a:lvl1pPr>
          </a:lstStyle>
          <a:p>
            <a:endParaRPr lang="zh-TW" altLang="en-US"/>
          </a:p>
        </p:txBody>
      </p:sp>
      <p:sp>
        <p:nvSpPr>
          <p:cNvPr id="6" name="Slide Number Placeholder 5"/>
          <p:cNvSpPr>
            <a:spLocks noGrp="1"/>
          </p:cNvSpPr>
          <p:nvPr>
            <p:ph type="sldNum" sz="quarter" idx="4"/>
          </p:nvPr>
        </p:nvSpPr>
        <p:spPr>
          <a:xfrm>
            <a:off x="7620000" y="13716"/>
            <a:ext cx="1066800" cy="246888"/>
          </a:xfrm>
          <a:prstGeom prst="rect">
            <a:avLst/>
          </a:prstGeom>
        </p:spPr>
        <p:txBody>
          <a:bodyPr vert="horz" lIns="91440" tIns="45720" rIns="91440" bIns="45720" rtlCol="0" anchor="ctr"/>
          <a:lstStyle>
            <a:lvl1pPr algn="l">
              <a:defRPr sz="1050" b="1">
                <a:solidFill>
                  <a:srgbClr val="FFFFFF"/>
                </a:solidFill>
              </a:defRPr>
            </a:lvl1pPr>
          </a:lstStyle>
          <a:p>
            <a:fld id="{D747DD56-38EE-41AC-B578-8798F888B38C}" type="slidenum">
              <a:rPr lang="zh-TW" altLang="en-US" smtClean="0"/>
              <a:t>‹#›</a:t>
            </a:fld>
            <a:endParaRPr lang="zh-TW" altLang="en-US"/>
          </a:p>
        </p:txBody>
      </p:sp>
    </p:spTree>
    <p:extLst>
      <p:ext uri="{BB962C8B-B14F-4D97-AF65-F5344CB8AC3E}">
        <p14:creationId xmlns:p14="http://schemas.microsoft.com/office/powerpoint/2010/main" val="163230643"/>
      </p:ext>
    </p:extLst>
  </p:cSld>
  <p:clrMap bg1="lt1" tx1="dk1" bg2="lt2" tx2="dk2" accent1="accent1" accent2="accent2" accent3="accent3" accent4="accent4" accent5="accent5" accent6="accent6" hlink="hlink" folHlink="folHlink"/>
  <p:sldLayoutIdLst>
    <p:sldLayoutId id="2147483758" r:id="rId1"/>
    <p:sldLayoutId id="2147483759" r:id="rId2"/>
  </p:sldLayoutIdLst>
  <p:hf hdr="0" ftr="0" dt="0"/>
  <p:txStyles>
    <p:titleStyle>
      <a:lvl1pPr algn="l" defTabSz="685800" rtl="0" eaLnBrk="1" latinLnBrk="0" hangingPunct="1">
        <a:spcBef>
          <a:spcPct val="0"/>
        </a:spcBef>
        <a:buNone/>
        <a:defRPr sz="3000" kern="1200" spc="-75" baseline="0">
          <a:solidFill>
            <a:schemeClr val="tx2"/>
          </a:solidFill>
          <a:latin typeface="+mj-lt"/>
          <a:ea typeface="+mj-ea"/>
          <a:cs typeface="+mj-cs"/>
        </a:defRPr>
      </a:lvl1pPr>
    </p:titleStyle>
    <p:bodyStyle>
      <a:lvl1pPr marL="137160" indent="-137160" algn="l" defTabSz="685800" rtl="0" eaLnBrk="1" latinLnBrk="0" hangingPunct="1">
        <a:spcBef>
          <a:spcPct val="20000"/>
        </a:spcBef>
        <a:buClr>
          <a:schemeClr val="accent1"/>
        </a:buClr>
        <a:buSzPct val="85000"/>
        <a:buFont typeface="Arial" pitchFamily="34" charset="0"/>
        <a:buChar char="•"/>
        <a:defRPr sz="1800" kern="1200">
          <a:solidFill>
            <a:schemeClr val="tx1"/>
          </a:solidFill>
          <a:latin typeface="+mn-lt"/>
          <a:ea typeface="+mn-ea"/>
          <a:cs typeface="+mn-cs"/>
        </a:defRPr>
      </a:lvl1pPr>
      <a:lvl2pPr marL="342900" indent="-137160" algn="l" defTabSz="685800" rtl="0" eaLnBrk="1" latinLnBrk="0" hangingPunct="1">
        <a:spcBef>
          <a:spcPct val="20000"/>
        </a:spcBef>
        <a:buClr>
          <a:schemeClr val="accent1"/>
        </a:buClr>
        <a:buSzPct val="85000"/>
        <a:buFont typeface="Arial" pitchFamily="34" charset="0"/>
        <a:buChar char="•"/>
        <a:defRPr sz="1500" kern="1200">
          <a:solidFill>
            <a:schemeClr val="tx1"/>
          </a:solidFill>
          <a:latin typeface="+mn-lt"/>
          <a:ea typeface="+mn-ea"/>
          <a:cs typeface="+mn-cs"/>
        </a:defRPr>
      </a:lvl2pPr>
      <a:lvl3pPr marL="548640" indent="-137160" algn="l" defTabSz="685800" rtl="0" eaLnBrk="1" latinLnBrk="0" hangingPunct="1">
        <a:spcBef>
          <a:spcPct val="20000"/>
        </a:spcBef>
        <a:buClr>
          <a:schemeClr val="accent1"/>
        </a:buClr>
        <a:buSzPct val="90000"/>
        <a:buFont typeface="Arial" pitchFamily="34" charset="0"/>
        <a:buChar char="•"/>
        <a:defRPr sz="1350" kern="1200">
          <a:solidFill>
            <a:schemeClr val="tx1"/>
          </a:solidFill>
          <a:latin typeface="+mn-lt"/>
          <a:ea typeface="+mn-ea"/>
          <a:cs typeface="+mn-cs"/>
        </a:defRPr>
      </a:lvl3pPr>
      <a:lvl4pPr marL="754380" indent="-137160" algn="l" defTabSz="685800" rtl="0" eaLnBrk="1" latinLnBrk="0" hangingPunct="1">
        <a:spcBef>
          <a:spcPct val="20000"/>
        </a:spcBef>
        <a:buClr>
          <a:schemeClr val="accent1"/>
        </a:buClr>
        <a:buFont typeface="Arial" pitchFamily="34" charset="0"/>
        <a:buChar char="•"/>
        <a:defRPr sz="1200" kern="1200">
          <a:solidFill>
            <a:schemeClr val="tx1"/>
          </a:solidFill>
          <a:latin typeface="+mn-lt"/>
          <a:ea typeface="+mn-ea"/>
          <a:cs typeface="+mn-cs"/>
        </a:defRPr>
      </a:lvl4pPr>
      <a:lvl5pPr marL="891540" indent="-102870" algn="l" defTabSz="685800" rtl="0" eaLnBrk="1" latinLnBrk="0" hangingPunct="1">
        <a:spcBef>
          <a:spcPct val="20000"/>
        </a:spcBef>
        <a:buClr>
          <a:schemeClr val="accent1"/>
        </a:buClr>
        <a:buSzPct val="100000"/>
        <a:buFont typeface="Arial" pitchFamily="34" charset="0"/>
        <a:buChar char="•"/>
        <a:defRPr sz="1050" kern="1200" baseline="0">
          <a:solidFill>
            <a:schemeClr val="tx1"/>
          </a:solidFill>
          <a:latin typeface="+mn-lt"/>
          <a:ea typeface="+mn-ea"/>
          <a:cs typeface="+mn-cs"/>
        </a:defRPr>
      </a:lvl5pPr>
      <a:lvl6pPr marL="1028700" indent="-137160" algn="l" defTabSz="685800"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6pPr>
      <a:lvl7pPr marL="1165860" indent="-137160" algn="l" defTabSz="685800"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7pPr>
      <a:lvl8pPr marL="1303020" indent="-137160" algn="l" defTabSz="685800"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8pPr>
      <a:lvl9pPr marL="1440180" indent="-137160" algn="l" defTabSz="685800"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42;p1">
            <a:extLst>
              <a:ext uri="{FF2B5EF4-FFF2-40B4-BE49-F238E27FC236}">
                <a16:creationId xmlns:a16="http://schemas.microsoft.com/office/drawing/2014/main" id="{3DAB1222-1AF5-C987-8017-D2A1508E3708}"/>
              </a:ext>
            </a:extLst>
          </p:cNvPr>
          <p:cNvSpPr txBox="1">
            <a:spLocks noChangeAspect="1"/>
          </p:cNvSpPr>
          <p:nvPr/>
        </p:nvSpPr>
        <p:spPr>
          <a:xfrm>
            <a:off x="849085" y="1123097"/>
            <a:ext cx="7445829" cy="2103957"/>
          </a:xfrm>
          <a:prstGeom prst="rect">
            <a:avLst/>
          </a:prstGeom>
          <a:noFill/>
          <a:ln>
            <a:noFill/>
          </a:ln>
        </p:spPr>
        <p:txBody>
          <a:bodyPr spcFirstLastPara="1" wrap="square" lIns="67580" tIns="33848" rIns="67580" bIns="33848" anchor="ctr" anchorCtr="0">
            <a:noAutofit/>
          </a:bodyPr>
          <a:lstStyle/>
          <a:p>
            <a:pPr marL="0" marR="0" lvl="0" indent="0" algn="ctr" defTabSz="914400" rtl="0" eaLnBrk="1" fontAlgn="auto" latinLnBrk="0" hangingPunct="1">
              <a:lnSpc>
                <a:spcPct val="100000"/>
              </a:lnSpc>
              <a:spcBef>
                <a:spcPts val="0"/>
              </a:spcBef>
              <a:spcAft>
                <a:spcPts val="0"/>
              </a:spcAft>
              <a:buClr>
                <a:srgbClr val="833C0B"/>
              </a:buClr>
              <a:buSzPts val="3700"/>
              <a:buFont typeface="Arial"/>
              <a:buNone/>
              <a:tabLst/>
              <a:defRPr/>
            </a:pPr>
            <a:r>
              <a:rPr kumimoji="0" lang="en-US" altLang="zh-TW" sz="1900" b="0" i="0" u="none" strike="noStrike" kern="0" cap="none" spc="0" normalizeH="0" baseline="0" noProof="0" dirty="0">
                <a:ln>
                  <a:noFill/>
                </a:ln>
                <a:solidFill>
                  <a:srgbClr val="1B366A"/>
                </a:solidFill>
                <a:effectLst/>
                <a:uLnTx/>
                <a:uFillTx/>
                <a:latin typeface="華康新特明體"/>
                <a:ea typeface="華康新特明體"/>
                <a:cs typeface="Microsoft JhengHei"/>
                <a:sym typeface="Microsoft JhengHei"/>
              </a:rPr>
              <a:t>2025</a:t>
            </a:r>
            <a:r>
              <a:rPr kumimoji="0" lang="zh-TW" altLang="en-US" sz="1900" b="0" i="0" u="none" strike="noStrike" kern="0" cap="none" spc="0" normalizeH="0" baseline="0" noProof="0" dirty="0">
                <a:ln>
                  <a:noFill/>
                </a:ln>
                <a:solidFill>
                  <a:srgbClr val="1B366A"/>
                </a:solidFill>
                <a:effectLst/>
                <a:uLnTx/>
                <a:uFillTx/>
                <a:latin typeface="華康新特明體"/>
                <a:ea typeface="華康新特明體"/>
                <a:cs typeface="Microsoft JhengHei"/>
                <a:sym typeface="Microsoft JhengHei"/>
              </a:rPr>
              <a:t>年</a:t>
            </a:r>
            <a:r>
              <a:rPr lang="en-US" altLang="zh-TW" sz="1900" dirty="0">
                <a:solidFill>
                  <a:srgbClr val="1B366A"/>
                </a:solidFill>
                <a:latin typeface="華康新特明體"/>
                <a:ea typeface="華康新特明體"/>
                <a:cs typeface="Microsoft JhengHei"/>
                <a:sym typeface="Microsoft JhengHei"/>
              </a:rPr>
              <a:t>12</a:t>
            </a:r>
            <a:r>
              <a:rPr kumimoji="0" lang="zh-TW" altLang="en-US" sz="1900" b="0" i="0" u="none" strike="noStrike" kern="0" cap="none" spc="0" normalizeH="0" baseline="0" noProof="0" dirty="0">
                <a:ln>
                  <a:noFill/>
                </a:ln>
                <a:solidFill>
                  <a:srgbClr val="1B366A"/>
                </a:solidFill>
                <a:effectLst/>
                <a:uLnTx/>
                <a:uFillTx/>
                <a:latin typeface="華康新特明體"/>
                <a:ea typeface="華康新特明體"/>
                <a:cs typeface="Microsoft JhengHei"/>
                <a:sym typeface="Microsoft JhengHei"/>
              </a:rPr>
              <a:t>月</a:t>
            </a:r>
            <a:r>
              <a:rPr kumimoji="0" lang="en-US" altLang="zh-TW" sz="1900" b="0" i="0" u="none" strike="noStrike" kern="0" cap="none" spc="0" normalizeH="0" baseline="0" noProof="0" dirty="0">
                <a:ln>
                  <a:noFill/>
                </a:ln>
                <a:solidFill>
                  <a:srgbClr val="1B366A"/>
                </a:solidFill>
                <a:effectLst/>
                <a:uLnTx/>
                <a:uFillTx/>
                <a:latin typeface="華康新特明體"/>
                <a:ea typeface="華康新特明體"/>
                <a:cs typeface="Microsoft JhengHei"/>
                <a:sym typeface="Microsoft JhengHei"/>
              </a:rPr>
              <a:t>31</a:t>
            </a:r>
            <a:r>
              <a:rPr kumimoji="0" lang="zh-TW" altLang="en-US" sz="1900" b="0" i="0" u="none" strike="noStrike" kern="0" cap="none" spc="0" normalizeH="0" baseline="0" noProof="0" dirty="0">
                <a:ln>
                  <a:noFill/>
                </a:ln>
                <a:solidFill>
                  <a:srgbClr val="1B366A"/>
                </a:solidFill>
                <a:effectLst/>
                <a:uLnTx/>
                <a:uFillTx/>
                <a:latin typeface="華康新特明體"/>
                <a:ea typeface="華康新特明體"/>
                <a:cs typeface="Microsoft JhengHei"/>
                <a:sym typeface="Microsoft JhengHei"/>
              </a:rPr>
              <a:t>日</a:t>
            </a:r>
            <a:endParaRPr kumimoji="0" lang="en-US" altLang="zh-TW" sz="1900" b="0" i="0" u="none" strike="noStrike" kern="0" cap="none" spc="0" normalizeH="0" baseline="0" noProof="0" dirty="0">
              <a:ln>
                <a:noFill/>
              </a:ln>
              <a:solidFill>
                <a:srgbClr val="1B366A"/>
              </a:solidFill>
              <a:effectLst/>
              <a:uLnTx/>
              <a:uFillTx/>
              <a:latin typeface="華康新特明體"/>
              <a:ea typeface="華康新特明體"/>
              <a:cs typeface="Microsoft JhengHei"/>
              <a:sym typeface="Microsoft JhengHei"/>
            </a:endParaRPr>
          </a:p>
          <a:p>
            <a:pPr marL="0" marR="0" lvl="0" indent="0" algn="ctr" defTabSz="914400" rtl="0" eaLnBrk="1" fontAlgn="auto" latinLnBrk="0" hangingPunct="1">
              <a:lnSpc>
                <a:spcPct val="100000"/>
              </a:lnSpc>
              <a:spcBef>
                <a:spcPts val="0"/>
              </a:spcBef>
              <a:spcAft>
                <a:spcPts val="0"/>
              </a:spcAft>
              <a:buClr>
                <a:srgbClr val="833C0B"/>
              </a:buClr>
              <a:buSzPts val="3700"/>
              <a:buFont typeface="Arial"/>
              <a:buNone/>
              <a:tabLst/>
              <a:defRPr/>
            </a:pPr>
            <a:endParaRPr kumimoji="0" lang="en-US" altLang="zh-TW" sz="18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panose="02020909000000000000" pitchFamily="49" charset="-120"/>
              <a:cs typeface="Microsoft JhengHei"/>
              <a:sym typeface="Microsoft JhengHei"/>
            </a:endParaRPr>
          </a:p>
          <a:p>
            <a:pPr marL="0" marR="0" lvl="0" indent="0" algn="ctr" defTabSz="914400" rtl="0" eaLnBrk="1" fontAlgn="auto" latinLnBrk="0" hangingPunct="1">
              <a:lnSpc>
                <a:spcPct val="100000"/>
              </a:lnSpc>
              <a:spcBef>
                <a:spcPts val="0"/>
              </a:spcBef>
              <a:spcAft>
                <a:spcPts val="0"/>
              </a:spcAft>
              <a:buClr>
                <a:srgbClr val="833C0B"/>
              </a:buClr>
              <a:buSzPts val="3700"/>
              <a:buFont typeface="Arial"/>
              <a:buNone/>
              <a:tabLst/>
              <a:defRPr/>
            </a:pPr>
            <a:r>
              <a:rPr kumimoji="0" lang="zh-TW" altLang="en-US" sz="55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panose="02020909000000000000" pitchFamily="49" charset="-120"/>
                <a:cs typeface="Microsoft JhengHei"/>
                <a:sym typeface="Microsoft JhengHei"/>
              </a:rPr>
              <a:t>週三禮拜</a:t>
            </a:r>
            <a:endParaRPr kumimoji="0" lang="en-US" altLang="zh-TW" sz="55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panose="02020909000000000000" pitchFamily="49" charset="-120"/>
              <a:cs typeface="Microsoft JhengHei"/>
              <a:sym typeface="Microsoft JhengHei"/>
            </a:endParaRPr>
          </a:p>
        </p:txBody>
      </p:sp>
      <p:sp>
        <p:nvSpPr>
          <p:cNvPr id="7" name="Google Shape;443;p1">
            <a:extLst>
              <a:ext uri="{FF2B5EF4-FFF2-40B4-BE49-F238E27FC236}">
                <a16:creationId xmlns:a16="http://schemas.microsoft.com/office/drawing/2014/main" id="{DA6BA9AD-1F67-B213-4D8A-09EF7297C371}"/>
              </a:ext>
            </a:extLst>
          </p:cNvPr>
          <p:cNvSpPr>
            <a:spLocks noChangeAspect="1"/>
          </p:cNvSpPr>
          <p:nvPr/>
        </p:nvSpPr>
        <p:spPr>
          <a:xfrm>
            <a:off x="849085" y="3928624"/>
            <a:ext cx="7445829" cy="361605"/>
          </a:xfrm>
          <a:prstGeom prst="rect">
            <a:avLst/>
          </a:prstGeom>
          <a:noFill/>
          <a:ln>
            <a:noFill/>
          </a:ln>
        </p:spPr>
        <p:txBody>
          <a:bodyPr spcFirstLastPara="1" wrap="square" lIns="68430" tIns="34274" rIns="68430" bIns="34274"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zh-TW" sz="1900" b="0" i="0" u="none" strike="noStrike" kern="0" cap="none" spc="0" normalizeH="0" baseline="0" noProof="0" dirty="0">
                <a:ln>
                  <a:noFill/>
                </a:ln>
                <a:solidFill>
                  <a:srgbClr val="4A6998"/>
                </a:solidFill>
                <a:effectLst/>
                <a:uLnTx/>
                <a:uFillTx/>
                <a:latin typeface="華康新特明體" panose="02020909000000000000" pitchFamily="49" charset="-120"/>
                <a:ea typeface="華康新特明體" panose="02020909000000000000" pitchFamily="49" charset="-120"/>
                <a:cs typeface="Calibri"/>
                <a:sym typeface="Calibri"/>
              </a:rPr>
              <a:t>20:00</a:t>
            </a:r>
            <a:r>
              <a:rPr kumimoji="0" lang="zh-TW" altLang="en-US" sz="1900" b="0" i="0" u="none" strike="noStrike" kern="0" cap="none" spc="0" normalizeH="0" baseline="0" noProof="0" dirty="0">
                <a:ln>
                  <a:noFill/>
                </a:ln>
                <a:solidFill>
                  <a:srgbClr val="4A6998"/>
                </a:solidFill>
                <a:effectLst/>
                <a:uLnTx/>
                <a:uFillTx/>
                <a:latin typeface="華康新特明體" panose="02020909000000000000" pitchFamily="49" charset="-120"/>
                <a:ea typeface="華康新特明體" panose="02020909000000000000" pitchFamily="49" charset="-120"/>
                <a:cs typeface="Calibri"/>
                <a:sym typeface="Calibri"/>
              </a:rPr>
              <a:t>開始讚美∣請以禱告預備</a:t>
            </a:r>
          </a:p>
        </p:txBody>
      </p:sp>
      <p:sp>
        <p:nvSpPr>
          <p:cNvPr id="3" name="副標題 2">
            <a:extLst>
              <a:ext uri="{FF2B5EF4-FFF2-40B4-BE49-F238E27FC236}">
                <a16:creationId xmlns:a16="http://schemas.microsoft.com/office/drawing/2014/main" id="{76F233A6-549E-4B17-B280-7A440991FCC5}"/>
              </a:ext>
            </a:extLst>
          </p:cNvPr>
          <p:cNvSpPr>
            <a:spLocks noGrp="1"/>
          </p:cNvSpPr>
          <p:nvPr>
            <p:ph type="subTitle" idx="1"/>
          </p:nvPr>
        </p:nvSpPr>
        <p:spPr>
          <a:xfrm>
            <a:off x="1104062" y="3106255"/>
            <a:ext cx="6935874" cy="822369"/>
          </a:xfrm>
        </p:spPr>
        <p:txBody>
          <a:bodyPr>
            <a:normAutofit/>
          </a:bodyPr>
          <a:lstStyle/>
          <a:p>
            <a:pPr marL="0" lvl="0" indent="0">
              <a:lnSpc>
                <a:spcPct val="100000"/>
              </a:lnSpc>
              <a:spcBef>
                <a:spcPts val="0"/>
              </a:spcBef>
              <a:buClr>
                <a:srgbClr val="833C0B"/>
              </a:buClr>
              <a:buSzPts val="2400"/>
              <a:defRPr/>
            </a:pPr>
            <a:r>
              <a:rPr kumimoji="0" lang="en-US" altLang="zh-TW" sz="1900" b="0" i="0" u="none" strike="noStrike" kern="0" cap="none" spc="0" normalizeH="0" baseline="0" noProof="0" dirty="0">
                <a:ln>
                  <a:noFill/>
                </a:ln>
                <a:solidFill>
                  <a:srgbClr val="1B366A"/>
                </a:solidFill>
                <a:effectLst/>
                <a:uLnTx/>
                <a:uFillTx/>
                <a:latin typeface="華康新特明體"/>
                <a:ea typeface="華康新特明體"/>
                <a:cs typeface="Microsoft JhengHei"/>
                <a:sym typeface="Microsoft JhengHei"/>
              </a:rPr>
              <a:t>【</a:t>
            </a:r>
            <a:r>
              <a:rPr lang="zh-TW" altLang="en-US" sz="1900" dirty="0">
                <a:solidFill>
                  <a:srgbClr val="1B366A"/>
                </a:solidFill>
                <a:latin typeface="華康新特明體"/>
                <a:ea typeface="華康新特明體"/>
                <a:cs typeface="Microsoft JhengHei"/>
                <a:sym typeface="Microsoft JhengHei"/>
              </a:rPr>
              <a:t>箴言</a:t>
            </a:r>
            <a:r>
              <a:rPr lang="en-US" altLang="zh-TW" sz="1900" dirty="0">
                <a:solidFill>
                  <a:srgbClr val="1B366A"/>
                </a:solidFill>
                <a:latin typeface="華康新特明體"/>
                <a:ea typeface="華康新特明體"/>
                <a:cs typeface="Microsoft JhengHei"/>
                <a:sym typeface="Microsoft JhengHei"/>
              </a:rPr>
              <a:t>27</a:t>
            </a:r>
            <a:r>
              <a:rPr lang="zh-TW" altLang="en-US" sz="1900" dirty="0">
                <a:solidFill>
                  <a:srgbClr val="1B366A"/>
                </a:solidFill>
                <a:latin typeface="華康新特明體"/>
                <a:ea typeface="華康新特明體"/>
                <a:cs typeface="Microsoft JhengHei"/>
                <a:sym typeface="Microsoft JhengHei"/>
              </a:rPr>
              <a:t>章</a:t>
            </a:r>
            <a:r>
              <a:rPr lang="en-US" altLang="zh-TW" sz="1900" dirty="0">
                <a:solidFill>
                  <a:srgbClr val="1B366A"/>
                </a:solidFill>
                <a:latin typeface="華康新特明體"/>
                <a:ea typeface="華康新特明體"/>
                <a:cs typeface="Microsoft JhengHei"/>
                <a:sym typeface="Microsoft JhengHei"/>
              </a:rPr>
              <a:t>12</a:t>
            </a:r>
            <a:r>
              <a:rPr lang="zh-TW" altLang="en-US" sz="1900" dirty="0">
                <a:solidFill>
                  <a:srgbClr val="1B366A"/>
                </a:solidFill>
                <a:latin typeface="華康新特明體"/>
                <a:ea typeface="華康新特明體"/>
                <a:cs typeface="Microsoft JhengHei"/>
                <a:sym typeface="Microsoft JhengHei"/>
              </a:rPr>
              <a:t>節、詩篇</a:t>
            </a:r>
            <a:r>
              <a:rPr lang="en-US" altLang="zh-TW" sz="1900" dirty="0">
                <a:solidFill>
                  <a:srgbClr val="1B366A"/>
                </a:solidFill>
                <a:latin typeface="華康新特明體"/>
                <a:ea typeface="華康新特明體"/>
                <a:cs typeface="Microsoft JhengHei"/>
                <a:sym typeface="Microsoft JhengHei"/>
              </a:rPr>
              <a:t>46</a:t>
            </a:r>
            <a:r>
              <a:rPr lang="zh-TW" altLang="en-US" sz="1900" dirty="0">
                <a:solidFill>
                  <a:srgbClr val="1B366A"/>
                </a:solidFill>
                <a:latin typeface="華康新特明體"/>
                <a:ea typeface="華康新特明體"/>
                <a:cs typeface="Microsoft JhengHei"/>
                <a:sym typeface="Microsoft JhengHei"/>
              </a:rPr>
              <a:t>篇</a:t>
            </a:r>
            <a:r>
              <a:rPr lang="en-US" altLang="zh-TW" sz="1900" dirty="0">
                <a:solidFill>
                  <a:srgbClr val="1B366A"/>
                </a:solidFill>
                <a:latin typeface="華康新特明體"/>
                <a:ea typeface="華康新特明體"/>
                <a:cs typeface="Microsoft JhengHei"/>
                <a:sym typeface="Microsoft JhengHei"/>
              </a:rPr>
              <a:t>1</a:t>
            </a:r>
            <a:r>
              <a:rPr lang="zh-TW" altLang="en-US" sz="1900" dirty="0">
                <a:solidFill>
                  <a:srgbClr val="1B366A"/>
                </a:solidFill>
                <a:latin typeface="華康新特明體"/>
                <a:ea typeface="華康新特明體"/>
                <a:cs typeface="Microsoft JhengHei"/>
                <a:sym typeface="Microsoft JhengHei"/>
              </a:rPr>
              <a:t>節</a:t>
            </a:r>
            <a:r>
              <a:rPr kumimoji="0" lang="en-US" altLang="zh-TW" sz="1900" b="0" i="0" u="none" strike="noStrike" kern="0" cap="none" spc="0" normalizeH="0" baseline="0" noProof="0" dirty="0">
                <a:ln>
                  <a:noFill/>
                </a:ln>
                <a:solidFill>
                  <a:srgbClr val="1B366A"/>
                </a:solidFill>
                <a:effectLst/>
                <a:uLnTx/>
                <a:uFillTx/>
                <a:latin typeface="華康新特明體"/>
                <a:ea typeface="華康新特明體"/>
                <a:cs typeface="Microsoft JhengHei"/>
                <a:sym typeface="Microsoft JhengHei"/>
              </a:rPr>
              <a:t>】</a:t>
            </a:r>
          </a:p>
        </p:txBody>
      </p:sp>
    </p:spTree>
    <p:extLst>
      <p:ext uri="{BB962C8B-B14F-4D97-AF65-F5344CB8AC3E}">
        <p14:creationId xmlns:p14="http://schemas.microsoft.com/office/powerpoint/2010/main" val="1978634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42;p1">
            <a:extLst>
              <a:ext uri="{FF2B5EF4-FFF2-40B4-BE49-F238E27FC236}">
                <a16:creationId xmlns:a16="http://schemas.microsoft.com/office/drawing/2014/main" id="{3DAB1222-1AF5-C987-8017-D2A1508E3708}"/>
              </a:ext>
            </a:extLst>
          </p:cNvPr>
          <p:cNvSpPr txBox="1">
            <a:spLocks noChangeAspect="1"/>
          </p:cNvSpPr>
          <p:nvPr/>
        </p:nvSpPr>
        <p:spPr>
          <a:xfrm>
            <a:off x="849085" y="1123097"/>
            <a:ext cx="7445829" cy="2103957"/>
          </a:xfrm>
          <a:prstGeom prst="rect">
            <a:avLst/>
          </a:prstGeom>
          <a:noFill/>
          <a:ln>
            <a:noFill/>
          </a:ln>
        </p:spPr>
        <p:txBody>
          <a:bodyPr spcFirstLastPara="1" wrap="square" lIns="67580" tIns="33848" rIns="67580" bIns="33848" anchor="ctr" anchorCtr="0">
            <a:noAutofit/>
          </a:bodyPr>
          <a:lstStyle/>
          <a:p>
            <a:pPr marL="0" marR="0" lvl="0" indent="0" algn="ctr" defTabSz="914400" rtl="0" eaLnBrk="1" fontAlgn="auto" latinLnBrk="0" hangingPunct="1">
              <a:lnSpc>
                <a:spcPct val="100000"/>
              </a:lnSpc>
              <a:spcBef>
                <a:spcPts val="0"/>
              </a:spcBef>
              <a:spcAft>
                <a:spcPts val="0"/>
              </a:spcAft>
              <a:buClr>
                <a:srgbClr val="833C0B"/>
              </a:buClr>
              <a:buSzPts val="3700"/>
              <a:buFont typeface="Arial"/>
              <a:buNone/>
              <a:tabLst/>
              <a:defRPr/>
            </a:pPr>
            <a:r>
              <a:rPr kumimoji="0" lang="en-US" altLang="zh-TW"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2025</a:t>
            </a:r>
            <a:r>
              <a:rPr kumimoji="0" lang="zh-TW" altLang="en-US"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年</a:t>
            </a:r>
            <a:r>
              <a:rPr lang="en-US" altLang="zh-TW" sz="1900" dirty="0">
                <a:solidFill>
                  <a:srgbClr val="1B366A"/>
                </a:solidFill>
                <a:latin typeface="華康新特明體" panose="02020909000000000000" pitchFamily="49" charset="-120"/>
                <a:ea typeface="華康新特明體"/>
                <a:cs typeface="Microsoft JhengHei"/>
                <a:sym typeface="Microsoft JhengHei"/>
              </a:rPr>
              <a:t>12</a:t>
            </a:r>
            <a:r>
              <a:rPr kumimoji="0" lang="zh-TW" altLang="en-US"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月</a:t>
            </a:r>
            <a:r>
              <a:rPr lang="en-US" altLang="zh-TW" sz="1900" dirty="0">
                <a:solidFill>
                  <a:srgbClr val="1B366A"/>
                </a:solidFill>
                <a:latin typeface="華康新特明體" panose="02020909000000000000" pitchFamily="49" charset="-120"/>
                <a:ea typeface="華康新特明體"/>
                <a:cs typeface="Microsoft JhengHei"/>
                <a:sym typeface="Microsoft JhengHei"/>
              </a:rPr>
              <a:t>31</a:t>
            </a:r>
            <a:r>
              <a:rPr kumimoji="0" lang="zh-TW" altLang="en-US"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日</a:t>
            </a:r>
            <a:endParaRPr kumimoji="0" lang="en-US" altLang="zh-TW"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endParaRPr>
          </a:p>
          <a:p>
            <a:pPr marL="0" marR="0" lvl="0" indent="0" algn="ctr" defTabSz="914400" rtl="0" eaLnBrk="1" fontAlgn="auto" latinLnBrk="0" hangingPunct="1">
              <a:lnSpc>
                <a:spcPct val="100000"/>
              </a:lnSpc>
              <a:spcBef>
                <a:spcPts val="0"/>
              </a:spcBef>
              <a:spcAft>
                <a:spcPts val="0"/>
              </a:spcAft>
              <a:buClr>
                <a:srgbClr val="833C0B"/>
              </a:buClr>
              <a:buSzPts val="3700"/>
              <a:buFont typeface="Arial"/>
              <a:buNone/>
              <a:tabLst/>
              <a:defRPr/>
            </a:pPr>
            <a:endParaRPr kumimoji="0" lang="en-US" altLang="zh-TW" sz="18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panose="02020909000000000000" pitchFamily="49" charset="-120"/>
              <a:cs typeface="Microsoft JhengHei"/>
              <a:sym typeface="Microsoft JhengHei"/>
            </a:endParaRPr>
          </a:p>
          <a:p>
            <a:pPr marL="0" marR="0" lvl="0" indent="0" algn="ctr" defTabSz="914400" rtl="0" eaLnBrk="1" fontAlgn="auto" latinLnBrk="0" hangingPunct="1">
              <a:lnSpc>
                <a:spcPct val="100000"/>
              </a:lnSpc>
              <a:spcBef>
                <a:spcPts val="0"/>
              </a:spcBef>
              <a:spcAft>
                <a:spcPts val="0"/>
              </a:spcAft>
              <a:buClr>
                <a:srgbClr val="833C0B"/>
              </a:buClr>
              <a:buSzPts val="3700"/>
              <a:buFont typeface="Arial"/>
              <a:buNone/>
              <a:tabLst/>
              <a:defRPr/>
            </a:pPr>
            <a:r>
              <a:rPr kumimoji="0" lang="zh-TW" altLang="en-US" sz="55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panose="02020909000000000000" pitchFamily="49" charset="-120"/>
                <a:cs typeface="Microsoft JhengHei"/>
                <a:sym typeface="Microsoft JhengHei"/>
              </a:rPr>
              <a:t>週三禮拜</a:t>
            </a:r>
            <a:endParaRPr kumimoji="0" lang="en-US" altLang="zh-TW" sz="55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panose="02020909000000000000" pitchFamily="49" charset="-120"/>
              <a:cs typeface="Microsoft JhengHei"/>
              <a:sym typeface="Microsoft JhengHei"/>
            </a:endParaRPr>
          </a:p>
        </p:txBody>
      </p:sp>
      <p:sp>
        <p:nvSpPr>
          <p:cNvPr id="3" name="副標題 2">
            <a:extLst>
              <a:ext uri="{FF2B5EF4-FFF2-40B4-BE49-F238E27FC236}">
                <a16:creationId xmlns:a16="http://schemas.microsoft.com/office/drawing/2014/main" id="{76F233A6-549E-4B17-B280-7A440991FCC5}"/>
              </a:ext>
            </a:extLst>
          </p:cNvPr>
          <p:cNvSpPr>
            <a:spLocks noGrp="1"/>
          </p:cNvSpPr>
          <p:nvPr>
            <p:ph type="subTitle" idx="1"/>
          </p:nvPr>
        </p:nvSpPr>
        <p:spPr>
          <a:xfrm>
            <a:off x="1104062" y="3106255"/>
            <a:ext cx="6935874" cy="822369"/>
          </a:xfrm>
        </p:spPr>
        <p:txBody>
          <a:bodyPr>
            <a:normAutofit/>
          </a:bodyPr>
          <a:lstStyle/>
          <a:p>
            <a:pPr marL="0" lvl="0" indent="0">
              <a:lnSpc>
                <a:spcPct val="100000"/>
              </a:lnSpc>
              <a:spcBef>
                <a:spcPts val="0"/>
              </a:spcBef>
              <a:buClr>
                <a:srgbClr val="833C0B"/>
              </a:buClr>
              <a:buSzPts val="2400"/>
              <a:defRPr/>
            </a:pPr>
            <a:r>
              <a:rPr kumimoji="0" lang="en-US" altLang="zh-TW"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a:t>
            </a:r>
            <a:r>
              <a:rPr lang="zh-TW" altLang="en-US" sz="1900" dirty="0">
                <a:solidFill>
                  <a:srgbClr val="1B366A"/>
                </a:solidFill>
                <a:latin typeface="華康新特明體"/>
                <a:ea typeface="華康新特明體"/>
                <a:cs typeface="Microsoft JhengHei"/>
                <a:sym typeface="Microsoft JhengHei"/>
              </a:rPr>
              <a:t>箴言</a:t>
            </a:r>
            <a:r>
              <a:rPr lang="en-US" altLang="zh-TW" sz="1900" dirty="0">
                <a:solidFill>
                  <a:srgbClr val="1B366A"/>
                </a:solidFill>
                <a:latin typeface="華康新特明體"/>
                <a:ea typeface="華康新特明體"/>
                <a:cs typeface="Microsoft JhengHei"/>
                <a:sym typeface="Microsoft JhengHei"/>
              </a:rPr>
              <a:t>27</a:t>
            </a:r>
            <a:r>
              <a:rPr lang="zh-TW" altLang="en-US" sz="1900" dirty="0">
                <a:solidFill>
                  <a:srgbClr val="1B366A"/>
                </a:solidFill>
                <a:latin typeface="華康新特明體"/>
                <a:ea typeface="華康新特明體"/>
                <a:cs typeface="Microsoft JhengHei"/>
                <a:sym typeface="Microsoft JhengHei"/>
              </a:rPr>
              <a:t>章</a:t>
            </a:r>
            <a:r>
              <a:rPr lang="en-US" altLang="zh-TW" sz="1900" dirty="0">
                <a:solidFill>
                  <a:srgbClr val="1B366A"/>
                </a:solidFill>
                <a:latin typeface="華康新特明體"/>
                <a:ea typeface="華康新特明體"/>
                <a:cs typeface="Microsoft JhengHei"/>
                <a:sym typeface="Microsoft JhengHei"/>
              </a:rPr>
              <a:t>12</a:t>
            </a:r>
            <a:r>
              <a:rPr lang="zh-TW" altLang="en-US" sz="1900" dirty="0">
                <a:solidFill>
                  <a:srgbClr val="1B366A"/>
                </a:solidFill>
                <a:latin typeface="華康新特明體"/>
                <a:ea typeface="華康新特明體"/>
                <a:cs typeface="Microsoft JhengHei"/>
                <a:sym typeface="Microsoft JhengHei"/>
              </a:rPr>
              <a:t>節、詩篇</a:t>
            </a:r>
            <a:r>
              <a:rPr lang="en-US" altLang="zh-TW" sz="1900" dirty="0">
                <a:solidFill>
                  <a:srgbClr val="1B366A"/>
                </a:solidFill>
                <a:latin typeface="華康新特明體"/>
                <a:ea typeface="華康新特明體"/>
                <a:cs typeface="Microsoft JhengHei"/>
                <a:sym typeface="Microsoft JhengHei"/>
              </a:rPr>
              <a:t>46</a:t>
            </a:r>
            <a:r>
              <a:rPr lang="zh-TW" altLang="en-US" sz="1900" dirty="0">
                <a:solidFill>
                  <a:srgbClr val="1B366A"/>
                </a:solidFill>
                <a:latin typeface="華康新特明體"/>
                <a:ea typeface="華康新特明體"/>
                <a:cs typeface="Microsoft JhengHei"/>
                <a:sym typeface="Microsoft JhengHei"/>
              </a:rPr>
              <a:t>篇</a:t>
            </a:r>
            <a:r>
              <a:rPr lang="en-US" altLang="zh-TW" sz="1900" dirty="0">
                <a:solidFill>
                  <a:srgbClr val="1B366A"/>
                </a:solidFill>
                <a:latin typeface="華康新特明體"/>
                <a:ea typeface="華康新特明體"/>
                <a:cs typeface="Microsoft JhengHei"/>
                <a:sym typeface="Microsoft JhengHei"/>
              </a:rPr>
              <a:t>1</a:t>
            </a:r>
            <a:r>
              <a:rPr lang="zh-TW" altLang="en-US" sz="1900" dirty="0">
                <a:solidFill>
                  <a:srgbClr val="1B366A"/>
                </a:solidFill>
                <a:latin typeface="華康新特明體"/>
                <a:ea typeface="華康新特明體"/>
                <a:cs typeface="Microsoft JhengHei"/>
                <a:sym typeface="Microsoft JhengHei"/>
              </a:rPr>
              <a:t>節</a:t>
            </a:r>
            <a:r>
              <a:rPr kumimoji="0" lang="en-US" altLang="zh-TW"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a:t>
            </a:r>
          </a:p>
        </p:txBody>
      </p:sp>
    </p:spTree>
    <p:extLst>
      <p:ext uri="{BB962C8B-B14F-4D97-AF65-F5344CB8AC3E}">
        <p14:creationId xmlns:p14="http://schemas.microsoft.com/office/powerpoint/2010/main" val="2930675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42;p1">
            <a:extLst>
              <a:ext uri="{FF2B5EF4-FFF2-40B4-BE49-F238E27FC236}">
                <a16:creationId xmlns:a16="http://schemas.microsoft.com/office/drawing/2014/main" id="{3DAB1222-1AF5-C987-8017-D2A1508E3708}"/>
              </a:ext>
            </a:extLst>
          </p:cNvPr>
          <p:cNvSpPr txBox="1">
            <a:spLocks noChangeAspect="1"/>
          </p:cNvSpPr>
          <p:nvPr/>
        </p:nvSpPr>
        <p:spPr>
          <a:xfrm>
            <a:off x="849085" y="1739650"/>
            <a:ext cx="7445829" cy="1664199"/>
          </a:xfrm>
          <a:prstGeom prst="rect">
            <a:avLst/>
          </a:prstGeom>
          <a:noFill/>
          <a:ln>
            <a:noFill/>
          </a:ln>
        </p:spPr>
        <p:txBody>
          <a:bodyPr spcFirstLastPara="1" wrap="square" lIns="67580" tIns="33848" rIns="67580" bIns="33848" anchor="ctr" anchorCtr="0">
            <a:noAutofit/>
          </a:bodyPr>
          <a:lstStyle/>
          <a:p>
            <a:pPr marL="0" marR="0" lvl="0" indent="0" algn="ctr" defTabSz="914400" rtl="0" eaLnBrk="1" fontAlgn="auto" latinLnBrk="0" hangingPunct="1">
              <a:lnSpc>
                <a:spcPct val="100000"/>
              </a:lnSpc>
              <a:spcBef>
                <a:spcPts val="0"/>
              </a:spcBef>
              <a:spcAft>
                <a:spcPts val="0"/>
              </a:spcAft>
              <a:buClr>
                <a:srgbClr val="833C0B"/>
              </a:buClr>
              <a:buSzPts val="3700"/>
              <a:buFont typeface="Arial"/>
              <a:buNone/>
              <a:tabLst/>
              <a:defRPr/>
            </a:pPr>
            <a:r>
              <a:rPr kumimoji="0" lang="zh-TW" altLang="en-US" sz="37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panose="02020909000000000000" pitchFamily="49" charset="-120"/>
                <a:cs typeface="Microsoft JhengHei"/>
                <a:sym typeface="Microsoft JhengHei"/>
              </a:rPr>
              <a:t>代表禱告</a:t>
            </a:r>
          </a:p>
        </p:txBody>
      </p:sp>
    </p:spTree>
    <p:extLst>
      <p:ext uri="{BB962C8B-B14F-4D97-AF65-F5344CB8AC3E}">
        <p14:creationId xmlns:p14="http://schemas.microsoft.com/office/powerpoint/2010/main" val="1427926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42;p1">
            <a:extLst>
              <a:ext uri="{FF2B5EF4-FFF2-40B4-BE49-F238E27FC236}">
                <a16:creationId xmlns:a16="http://schemas.microsoft.com/office/drawing/2014/main" id="{3DAB1222-1AF5-C987-8017-D2A1508E3708}"/>
              </a:ext>
            </a:extLst>
          </p:cNvPr>
          <p:cNvSpPr txBox="1">
            <a:spLocks noChangeAspect="1"/>
          </p:cNvSpPr>
          <p:nvPr/>
        </p:nvSpPr>
        <p:spPr>
          <a:xfrm>
            <a:off x="849085" y="1739650"/>
            <a:ext cx="7445829" cy="1664199"/>
          </a:xfrm>
          <a:prstGeom prst="rect">
            <a:avLst/>
          </a:prstGeom>
          <a:noFill/>
          <a:ln>
            <a:noFill/>
          </a:ln>
        </p:spPr>
        <p:txBody>
          <a:bodyPr spcFirstLastPara="1" wrap="square" lIns="67580" tIns="33848" rIns="67580" bIns="33848" anchor="ctr" anchorCtr="0">
            <a:noAutofit/>
          </a:bodyPr>
          <a:lstStyle/>
          <a:p>
            <a:pPr algn="ctr">
              <a:buClr>
                <a:srgbClr val="833C0B"/>
              </a:buClr>
              <a:buSzPts val="3700"/>
            </a:pPr>
            <a:r>
              <a:rPr lang="zh-TW" altLang="en-US" sz="3700" dirty="0">
                <a:solidFill>
                  <a:srgbClr val="1B366A"/>
                </a:solidFill>
                <a:latin typeface="華康新特明體" panose="02020909000000000000" pitchFamily="49" charset="-120"/>
                <a:ea typeface="華康新特明體" panose="02020909000000000000" pitchFamily="49" charset="-120"/>
                <a:cs typeface="Microsoft JhengHei"/>
                <a:sym typeface="Microsoft JhengHei"/>
              </a:rPr>
              <a:t>聖經奉讀</a:t>
            </a:r>
          </a:p>
        </p:txBody>
      </p:sp>
    </p:spTree>
    <p:extLst>
      <p:ext uri="{BB962C8B-B14F-4D97-AF65-F5344CB8AC3E}">
        <p14:creationId xmlns:p14="http://schemas.microsoft.com/office/powerpoint/2010/main" val="2732872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Google Shape;442;p1">
            <a:extLst>
              <a:ext uri="{FF2B5EF4-FFF2-40B4-BE49-F238E27FC236}">
                <a16:creationId xmlns:a16="http://schemas.microsoft.com/office/drawing/2014/main" id="{83032697-61AC-3686-E348-5F9208D89027}"/>
              </a:ext>
            </a:extLst>
          </p:cNvPr>
          <p:cNvSpPr txBox="1">
            <a:spLocks noChangeAspect="1"/>
          </p:cNvSpPr>
          <p:nvPr/>
        </p:nvSpPr>
        <p:spPr>
          <a:xfrm>
            <a:off x="864000" y="1005750"/>
            <a:ext cx="7416000" cy="3132000"/>
          </a:xfrm>
          <a:prstGeom prst="rect">
            <a:avLst/>
          </a:prstGeom>
          <a:noFill/>
          <a:ln>
            <a:noFill/>
          </a:ln>
        </p:spPr>
        <p:txBody>
          <a:bodyPr spcFirstLastPara="1" wrap="square" lIns="67580" tIns="33848" rIns="67580" bIns="33848" anchor="ctr" anchorCtr="0">
            <a:noAutofit/>
          </a:bodyPr>
          <a:lstStyle/>
          <a:p>
            <a:pPr>
              <a:spcAft>
                <a:spcPts val="1200"/>
              </a:spcAft>
              <a:buClr>
                <a:srgbClr val="833C0B"/>
              </a:buClr>
              <a:buSzPts val="3700"/>
            </a:pPr>
            <a:r>
              <a:rPr lang="en-US" altLang="zh-TW" sz="2700" b="1" dirty="0">
                <a:solidFill>
                  <a:srgbClr val="799BC1"/>
                </a:solidFill>
                <a:latin typeface="微軟正黑體"/>
                <a:ea typeface="微軟正黑體"/>
                <a:cs typeface="Microsoft JhengHei"/>
                <a:sym typeface="Microsoft JhengHei"/>
              </a:rPr>
              <a:t>【</a:t>
            </a:r>
            <a:r>
              <a:rPr lang="zh-TW" altLang="en-US" sz="2700" b="1" dirty="0">
                <a:solidFill>
                  <a:srgbClr val="799BC1"/>
                </a:solidFill>
                <a:latin typeface="微軟正黑體"/>
                <a:ea typeface="微軟正黑體"/>
                <a:cs typeface="Microsoft JhengHei"/>
                <a:sym typeface="Microsoft JhengHei"/>
              </a:rPr>
              <a:t>箴言</a:t>
            </a:r>
            <a:r>
              <a:rPr lang="en-US" altLang="zh-TW" sz="2700" b="1" dirty="0">
                <a:solidFill>
                  <a:srgbClr val="799BC1"/>
                </a:solidFill>
                <a:latin typeface="微軟正黑體"/>
                <a:ea typeface="微軟正黑體"/>
                <a:cs typeface="Microsoft JhengHei"/>
                <a:sym typeface="Microsoft JhengHei"/>
              </a:rPr>
              <a:t>27</a:t>
            </a:r>
            <a:r>
              <a:rPr lang="zh-TW" altLang="en-US" sz="2700" b="1" dirty="0">
                <a:solidFill>
                  <a:srgbClr val="799BC1"/>
                </a:solidFill>
                <a:latin typeface="微軟正黑體"/>
                <a:ea typeface="微軟正黑體"/>
                <a:cs typeface="Microsoft JhengHei"/>
                <a:sym typeface="Microsoft JhengHei"/>
              </a:rPr>
              <a:t>章</a:t>
            </a:r>
            <a:r>
              <a:rPr lang="en-US" altLang="zh-TW" sz="2700" b="1" dirty="0">
                <a:solidFill>
                  <a:srgbClr val="799BC1"/>
                </a:solidFill>
                <a:latin typeface="微軟正黑體"/>
                <a:ea typeface="微軟正黑體"/>
                <a:cs typeface="Microsoft JhengHei"/>
                <a:sym typeface="Microsoft JhengHei"/>
              </a:rPr>
              <a:t>12</a:t>
            </a:r>
            <a:r>
              <a:rPr lang="zh-TW" altLang="en-US" sz="2700" b="1" dirty="0">
                <a:solidFill>
                  <a:srgbClr val="799BC1"/>
                </a:solidFill>
                <a:latin typeface="微軟正黑體"/>
                <a:ea typeface="微軟正黑體"/>
                <a:cs typeface="Microsoft JhengHei"/>
                <a:sym typeface="Microsoft JhengHei"/>
              </a:rPr>
              <a:t>節</a:t>
            </a:r>
            <a:r>
              <a:rPr lang="en-US" altLang="zh-TW" sz="2700" b="1" dirty="0">
                <a:solidFill>
                  <a:srgbClr val="799BC1"/>
                </a:solidFill>
                <a:latin typeface="微軟正黑體"/>
                <a:ea typeface="微軟正黑體"/>
                <a:cs typeface="Microsoft JhengHei"/>
                <a:sym typeface="Microsoft JhengHei"/>
              </a:rPr>
              <a:t>】</a:t>
            </a:r>
          </a:p>
          <a:p>
            <a:r>
              <a:rPr lang="zh-TW" altLang="en-US" sz="2700" b="1" dirty="0">
                <a:solidFill>
                  <a:srgbClr val="1B366A"/>
                </a:solidFill>
                <a:latin typeface="微軟正黑體"/>
                <a:ea typeface="微軟正黑體"/>
                <a:sym typeface="Microsoft JhengHei"/>
              </a:rPr>
              <a:t>通達人見禍藏躲；愚蒙人前往受害。</a:t>
            </a:r>
            <a:endParaRPr lang="en-US" altLang="zh-TW" sz="2700" b="1" dirty="0">
              <a:solidFill>
                <a:srgbClr val="1B366A"/>
              </a:solidFill>
              <a:latin typeface="微軟正黑體"/>
              <a:ea typeface="微軟正黑體"/>
              <a:sym typeface="Microsoft JhengHei"/>
            </a:endParaRPr>
          </a:p>
        </p:txBody>
      </p:sp>
    </p:spTree>
    <p:extLst>
      <p:ext uri="{BB962C8B-B14F-4D97-AF65-F5344CB8AC3E}">
        <p14:creationId xmlns:p14="http://schemas.microsoft.com/office/powerpoint/2010/main" val="3618263994"/>
      </p:ext>
    </p:extLst>
  </p:cSld>
  <p:clrMapOvr>
    <a:overrideClrMapping bg1="lt1" tx1="dk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BC3C7D5-EF97-70F1-10BA-0AD5790B9F6F}"/>
            </a:ext>
          </a:extLst>
        </p:cNvPr>
        <p:cNvGrpSpPr/>
        <p:nvPr/>
      </p:nvGrpSpPr>
      <p:grpSpPr>
        <a:xfrm>
          <a:off x="0" y="0"/>
          <a:ext cx="0" cy="0"/>
          <a:chOff x="0" y="0"/>
          <a:chExt cx="0" cy="0"/>
        </a:xfrm>
      </p:grpSpPr>
      <p:sp>
        <p:nvSpPr>
          <p:cNvPr id="2" name="Google Shape;442;p1">
            <a:extLst>
              <a:ext uri="{FF2B5EF4-FFF2-40B4-BE49-F238E27FC236}">
                <a16:creationId xmlns:a16="http://schemas.microsoft.com/office/drawing/2014/main" id="{BC2EDDE2-D95F-B035-44A0-59FE14B9744D}"/>
              </a:ext>
            </a:extLst>
          </p:cNvPr>
          <p:cNvSpPr txBox="1">
            <a:spLocks noChangeAspect="1"/>
          </p:cNvSpPr>
          <p:nvPr/>
        </p:nvSpPr>
        <p:spPr>
          <a:xfrm>
            <a:off x="864000" y="1005750"/>
            <a:ext cx="7416000" cy="3132000"/>
          </a:xfrm>
          <a:prstGeom prst="rect">
            <a:avLst/>
          </a:prstGeom>
          <a:noFill/>
          <a:ln>
            <a:noFill/>
          </a:ln>
        </p:spPr>
        <p:txBody>
          <a:bodyPr spcFirstLastPara="1" wrap="square" lIns="67580" tIns="33848" rIns="67580" bIns="33848" anchor="ctr" anchorCtr="0">
            <a:noAutofit/>
          </a:bodyPr>
          <a:lstStyle/>
          <a:p>
            <a:pPr>
              <a:spcAft>
                <a:spcPts val="1200"/>
              </a:spcAft>
              <a:buClr>
                <a:srgbClr val="833C0B"/>
              </a:buClr>
              <a:buSzPts val="3700"/>
            </a:pPr>
            <a:r>
              <a:rPr lang="en-US" altLang="zh-TW" sz="2700" b="1" dirty="0">
                <a:solidFill>
                  <a:srgbClr val="799BC1"/>
                </a:solidFill>
                <a:latin typeface="微軟正黑體"/>
                <a:ea typeface="微軟正黑體"/>
                <a:cs typeface="Microsoft JhengHei"/>
                <a:sym typeface="Microsoft JhengHei"/>
              </a:rPr>
              <a:t>【</a:t>
            </a:r>
            <a:r>
              <a:rPr lang="zh-TW" altLang="en-US" sz="2700" b="1" dirty="0">
                <a:solidFill>
                  <a:srgbClr val="799BC1"/>
                </a:solidFill>
                <a:latin typeface="微軟正黑體"/>
                <a:ea typeface="微軟正黑體"/>
                <a:cs typeface="Microsoft JhengHei"/>
                <a:sym typeface="Microsoft JhengHei"/>
              </a:rPr>
              <a:t>詩篇</a:t>
            </a:r>
            <a:r>
              <a:rPr lang="en-US" altLang="zh-TW" sz="2700" b="1" dirty="0">
                <a:solidFill>
                  <a:srgbClr val="799BC1"/>
                </a:solidFill>
                <a:latin typeface="微軟正黑體"/>
                <a:ea typeface="微軟正黑體"/>
                <a:cs typeface="Microsoft JhengHei"/>
                <a:sym typeface="Microsoft JhengHei"/>
              </a:rPr>
              <a:t>46</a:t>
            </a:r>
            <a:r>
              <a:rPr lang="zh-TW" altLang="en-US" sz="2700" b="1" dirty="0">
                <a:solidFill>
                  <a:srgbClr val="799BC1"/>
                </a:solidFill>
                <a:latin typeface="微軟正黑體"/>
                <a:ea typeface="微軟正黑體"/>
                <a:cs typeface="Microsoft JhengHei"/>
                <a:sym typeface="Microsoft JhengHei"/>
              </a:rPr>
              <a:t>篇</a:t>
            </a:r>
            <a:r>
              <a:rPr lang="en-US" altLang="zh-TW" sz="2700" b="1" dirty="0">
                <a:solidFill>
                  <a:srgbClr val="799BC1"/>
                </a:solidFill>
                <a:latin typeface="微軟正黑體"/>
                <a:ea typeface="微軟正黑體"/>
                <a:cs typeface="Microsoft JhengHei"/>
                <a:sym typeface="Microsoft JhengHei"/>
              </a:rPr>
              <a:t>1</a:t>
            </a:r>
            <a:r>
              <a:rPr lang="zh-TW" altLang="en-US" sz="2700" b="1" dirty="0">
                <a:solidFill>
                  <a:srgbClr val="799BC1"/>
                </a:solidFill>
                <a:latin typeface="微軟正黑體"/>
                <a:ea typeface="微軟正黑體"/>
                <a:cs typeface="Microsoft JhengHei"/>
                <a:sym typeface="Microsoft JhengHei"/>
              </a:rPr>
              <a:t>節</a:t>
            </a:r>
            <a:r>
              <a:rPr lang="en-US" altLang="zh-TW" sz="2700" b="1" dirty="0">
                <a:solidFill>
                  <a:srgbClr val="799BC1"/>
                </a:solidFill>
                <a:latin typeface="微軟正黑體"/>
                <a:ea typeface="微軟正黑體"/>
                <a:cs typeface="Microsoft JhengHei"/>
                <a:sym typeface="Microsoft JhengHei"/>
              </a:rPr>
              <a:t>】</a:t>
            </a:r>
          </a:p>
          <a:p>
            <a:r>
              <a:rPr lang="zh-TW" altLang="en-US" sz="2700" b="1" dirty="0">
                <a:solidFill>
                  <a:srgbClr val="1B366A"/>
                </a:solidFill>
                <a:latin typeface="微軟正黑體"/>
                <a:ea typeface="微軟正黑體"/>
                <a:sym typeface="Microsoft JhengHei"/>
              </a:rPr>
              <a:t> 神是我們的避難所，是我們的力量，是我們</a:t>
            </a:r>
            <a:endParaRPr lang="en-US" altLang="zh-TW" sz="2700" b="1" dirty="0">
              <a:solidFill>
                <a:srgbClr val="1B366A"/>
              </a:solidFill>
              <a:latin typeface="微軟正黑體"/>
              <a:ea typeface="微軟正黑體"/>
              <a:sym typeface="Microsoft JhengHei"/>
            </a:endParaRPr>
          </a:p>
          <a:p>
            <a:r>
              <a:rPr lang="zh-TW" altLang="en-US" sz="2700" b="1" dirty="0">
                <a:solidFill>
                  <a:srgbClr val="1B366A"/>
                </a:solidFill>
                <a:latin typeface="微軟正黑體"/>
                <a:ea typeface="微軟正黑體"/>
                <a:sym typeface="Microsoft JhengHei"/>
              </a:rPr>
              <a:t>在患難中隨時的幫助。</a:t>
            </a:r>
            <a:endParaRPr lang="zh-TW" dirty="0">
              <a:latin typeface="微軟正黑體"/>
              <a:ea typeface="微軟正黑體"/>
            </a:endParaRPr>
          </a:p>
        </p:txBody>
      </p:sp>
    </p:spTree>
    <p:extLst>
      <p:ext uri="{BB962C8B-B14F-4D97-AF65-F5344CB8AC3E}">
        <p14:creationId xmlns:p14="http://schemas.microsoft.com/office/powerpoint/2010/main" val="2010409197"/>
      </p:ext>
    </p:extLst>
  </p:cSld>
  <p:clrMapOvr>
    <a:overrideClrMapping bg1="lt1" tx1="dk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5530E-CE87-0FAF-858E-059072EF792C}"/>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9EB2E2EB-D4EA-2F38-CDAF-F5D5ED008D73}"/>
              </a:ext>
            </a:extLst>
          </p:cNvPr>
          <p:cNvSpPr txBox="1">
            <a:spLocks noChangeAspect="1"/>
          </p:cNvSpPr>
          <p:nvPr/>
        </p:nvSpPr>
        <p:spPr>
          <a:xfrm>
            <a:off x="849085" y="1123097"/>
            <a:ext cx="7445829" cy="2103957"/>
          </a:xfrm>
          <a:prstGeom prst="rect">
            <a:avLst/>
          </a:prstGeom>
          <a:noFill/>
          <a:ln>
            <a:noFill/>
          </a:ln>
        </p:spPr>
        <p:txBody>
          <a:bodyPr spcFirstLastPara="1" wrap="square" lIns="67580" tIns="33848" rIns="67580" bIns="33848" anchor="ctr" anchorCtr="0">
            <a:noAutofit/>
          </a:bodyPr>
          <a:lstStyle/>
          <a:p>
            <a:pPr marL="0" marR="0" lvl="0" indent="0" algn="ctr" defTabSz="914400" rtl="0" eaLnBrk="1" fontAlgn="auto" latinLnBrk="0" hangingPunct="1">
              <a:lnSpc>
                <a:spcPct val="100000"/>
              </a:lnSpc>
              <a:spcBef>
                <a:spcPts val="0"/>
              </a:spcBef>
              <a:spcAft>
                <a:spcPts val="0"/>
              </a:spcAft>
              <a:buClr>
                <a:srgbClr val="833C0B"/>
              </a:buClr>
              <a:buSzPts val="3700"/>
              <a:buFont typeface="Arial"/>
              <a:buNone/>
              <a:tabLst/>
              <a:defRPr/>
            </a:pPr>
            <a:r>
              <a:rPr kumimoji="0" lang="en-US" altLang="zh-TW"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2025</a:t>
            </a:r>
            <a:r>
              <a:rPr kumimoji="0" lang="zh-TW" altLang="en-US"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年</a:t>
            </a:r>
            <a:r>
              <a:rPr lang="en-US" altLang="zh-TW" sz="1900" dirty="0">
                <a:solidFill>
                  <a:srgbClr val="1B366A"/>
                </a:solidFill>
                <a:latin typeface="華康新特明體" panose="02020909000000000000" pitchFamily="49" charset="-120"/>
                <a:ea typeface="華康新特明體"/>
                <a:cs typeface="Microsoft JhengHei"/>
                <a:sym typeface="Microsoft JhengHei"/>
              </a:rPr>
              <a:t>12</a:t>
            </a:r>
            <a:r>
              <a:rPr kumimoji="0" lang="zh-TW" altLang="en-US"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月</a:t>
            </a:r>
            <a:r>
              <a:rPr kumimoji="0" lang="en-US" altLang="zh-TW"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31</a:t>
            </a:r>
            <a:r>
              <a:rPr kumimoji="0" lang="zh-TW" altLang="en-US"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日</a:t>
            </a:r>
            <a:endParaRPr kumimoji="0" lang="en-US" altLang="zh-TW"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endParaRPr>
          </a:p>
          <a:p>
            <a:pPr marL="0" marR="0" lvl="0" indent="0" algn="ctr" defTabSz="914400" rtl="0" eaLnBrk="1" fontAlgn="auto" latinLnBrk="0" hangingPunct="1">
              <a:lnSpc>
                <a:spcPct val="100000"/>
              </a:lnSpc>
              <a:spcBef>
                <a:spcPts val="0"/>
              </a:spcBef>
              <a:spcAft>
                <a:spcPts val="0"/>
              </a:spcAft>
              <a:buClr>
                <a:srgbClr val="833C0B"/>
              </a:buClr>
              <a:buSzPts val="3700"/>
              <a:buFont typeface="Arial"/>
              <a:buNone/>
              <a:tabLst/>
              <a:defRPr/>
            </a:pPr>
            <a:endParaRPr kumimoji="0" lang="en-US" altLang="zh-TW" sz="18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panose="02020909000000000000" pitchFamily="49" charset="-120"/>
              <a:cs typeface="Microsoft JhengHei"/>
              <a:sym typeface="Microsoft JhengHei"/>
            </a:endParaRPr>
          </a:p>
          <a:p>
            <a:pPr marL="0" marR="0" lvl="0" indent="0" algn="ctr" defTabSz="914400" rtl="0" eaLnBrk="1" fontAlgn="auto" latinLnBrk="0" hangingPunct="1">
              <a:lnSpc>
                <a:spcPct val="100000"/>
              </a:lnSpc>
              <a:spcBef>
                <a:spcPts val="0"/>
              </a:spcBef>
              <a:spcAft>
                <a:spcPts val="0"/>
              </a:spcAft>
              <a:buClr>
                <a:srgbClr val="833C0B"/>
              </a:buClr>
              <a:buSzPts val="3700"/>
              <a:buFont typeface="Arial"/>
              <a:buNone/>
              <a:tabLst/>
              <a:defRPr/>
            </a:pPr>
            <a:r>
              <a:rPr kumimoji="0" lang="zh-TW" altLang="en-US" sz="55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panose="02020909000000000000" pitchFamily="49" charset="-120"/>
                <a:cs typeface="Microsoft JhengHei"/>
                <a:sym typeface="Microsoft JhengHei"/>
              </a:rPr>
              <a:t>週三禮拜</a:t>
            </a:r>
            <a:endParaRPr kumimoji="0" lang="en-US" altLang="zh-TW" sz="55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panose="02020909000000000000" pitchFamily="49" charset="-120"/>
              <a:cs typeface="Microsoft JhengHei"/>
              <a:sym typeface="Microsoft JhengHei"/>
            </a:endParaRPr>
          </a:p>
        </p:txBody>
      </p:sp>
      <p:sp>
        <p:nvSpPr>
          <p:cNvPr id="3" name="副標題 2">
            <a:extLst>
              <a:ext uri="{FF2B5EF4-FFF2-40B4-BE49-F238E27FC236}">
                <a16:creationId xmlns:a16="http://schemas.microsoft.com/office/drawing/2014/main" id="{5466BA10-AE07-66A3-D5AC-CA0DA8C62207}"/>
              </a:ext>
            </a:extLst>
          </p:cNvPr>
          <p:cNvSpPr>
            <a:spLocks noGrp="1"/>
          </p:cNvSpPr>
          <p:nvPr>
            <p:ph type="subTitle" idx="1"/>
          </p:nvPr>
        </p:nvSpPr>
        <p:spPr>
          <a:xfrm>
            <a:off x="1104062" y="3106255"/>
            <a:ext cx="6935874" cy="822369"/>
          </a:xfrm>
        </p:spPr>
        <p:txBody>
          <a:bodyPr>
            <a:normAutofit/>
          </a:bodyPr>
          <a:lstStyle/>
          <a:p>
            <a:pPr marL="0" lvl="0" indent="0">
              <a:lnSpc>
                <a:spcPct val="100000"/>
              </a:lnSpc>
              <a:spcBef>
                <a:spcPts val="0"/>
              </a:spcBef>
              <a:buClr>
                <a:srgbClr val="833C0B"/>
              </a:buClr>
              <a:buSzPts val="2400"/>
              <a:defRPr/>
            </a:pPr>
            <a:r>
              <a:rPr kumimoji="0" lang="en-US" altLang="zh-TW"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a:t>
            </a:r>
            <a:r>
              <a:rPr lang="zh-TW" altLang="en-US" sz="1900" dirty="0">
                <a:solidFill>
                  <a:srgbClr val="1B366A"/>
                </a:solidFill>
                <a:latin typeface="華康新特明體"/>
                <a:ea typeface="華康新特明體"/>
                <a:cs typeface="Microsoft JhengHei"/>
                <a:sym typeface="Microsoft JhengHei"/>
              </a:rPr>
              <a:t>箴言</a:t>
            </a:r>
            <a:r>
              <a:rPr lang="en-US" altLang="zh-TW" sz="1900" dirty="0">
                <a:solidFill>
                  <a:srgbClr val="1B366A"/>
                </a:solidFill>
                <a:latin typeface="華康新特明體"/>
                <a:ea typeface="華康新特明體"/>
                <a:cs typeface="Microsoft JhengHei"/>
                <a:sym typeface="Microsoft JhengHei"/>
              </a:rPr>
              <a:t>27</a:t>
            </a:r>
            <a:r>
              <a:rPr lang="zh-TW" altLang="en-US" sz="1900" dirty="0">
                <a:solidFill>
                  <a:srgbClr val="1B366A"/>
                </a:solidFill>
                <a:latin typeface="華康新特明體"/>
                <a:ea typeface="華康新特明體"/>
                <a:cs typeface="Microsoft JhengHei"/>
                <a:sym typeface="Microsoft JhengHei"/>
              </a:rPr>
              <a:t>章</a:t>
            </a:r>
            <a:r>
              <a:rPr lang="en-US" altLang="zh-TW" sz="1900" dirty="0">
                <a:solidFill>
                  <a:srgbClr val="1B366A"/>
                </a:solidFill>
                <a:latin typeface="華康新特明體"/>
                <a:ea typeface="華康新特明體"/>
                <a:cs typeface="Microsoft JhengHei"/>
                <a:sym typeface="Microsoft JhengHei"/>
              </a:rPr>
              <a:t>12</a:t>
            </a:r>
            <a:r>
              <a:rPr lang="zh-TW" altLang="en-US" sz="1900" dirty="0">
                <a:solidFill>
                  <a:srgbClr val="1B366A"/>
                </a:solidFill>
                <a:latin typeface="華康新特明體"/>
                <a:ea typeface="華康新特明體"/>
                <a:cs typeface="Microsoft JhengHei"/>
                <a:sym typeface="Microsoft JhengHei"/>
              </a:rPr>
              <a:t>節、詩篇</a:t>
            </a:r>
            <a:r>
              <a:rPr lang="en-US" altLang="zh-TW" sz="1900" dirty="0">
                <a:solidFill>
                  <a:srgbClr val="1B366A"/>
                </a:solidFill>
                <a:latin typeface="華康新特明體"/>
                <a:ea typeface="華康新特明體"/>
                <a:cs typeface="Microsoft JhengHei"/>
                <a:sym typeface="Microsoft JhengHei"/>
              </a:rPr>
              <a:t>46</a:t>
            </a:r>
            <a:r>
              <a:rPr lang="zh-TW" altLang="en-US" sz="1900" dirty="0">
                <a:solidFill>
                  <a:srgbClr val="1B366A"/>
                </a:solidFill>
                <a:latin typeface="華康新特明體"/>
                <a:ea typeface="華康新特明體"/>
                <a:cs typeface="Microsoft JhengHei"/>
                <a:sym typeface="Microsoft JhengHei"/>
              </a:rPr>
              <a:t>篇</a:t>
            </a:r>
            <a:r>
              <a:rPr lang="en-US" altLang="zh-TW" sz="1900" dirty="0">
                <a:solidFill>
                  <a:srgbClr val="1B366A"/>
                </a:solidFill>
                <a:latin typeface="華康新特明體"/>
                <a:ea typeface="華康新特明體"/>
                <a:cs typeface="Microsoft JhengHei"/>
                <a:sym typeface="Microsoft JhengHei"/>
              </a:rPr>
              <a:t>1</a:t>
            </a:r>
            <a:r>
              <a:rPr lang="zh-TW" altLang="en-US" sz="1900" dirty="0">
                <a:solidFill>
                  <a:srgbClr val="1B366A"/>
                </a:solidFill>
                <a:latin typeface="華康新特明體"/>
                <a:ea typeface="華康新特明體"/>
                <a:cs typeface="Microsoft JhengHei"/>
                <a:sym typeface="Microsoft JhengHei"/>
              </a:rPr>
              <a:t>節</a:t>
            </a:r>
            <a:r>
              <a:rPr kumimoji="0" lang="en-US" altLang="zh-TW"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a:t>
            </a:r>
          </a:p>
        </p:txBody>
      </p:sp>
    </p:spTree>
    <p:extLst>
      <p:ext uri="{BB962C8B-B14F-4D97-AF65-F5344CB8AC3E}">
        <p14:creationId xmlns:p14="http://schemas.microsoft.com/office/powerpoint/2010/main" val="520849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1D1D2-BFF8-0010-9838-7BF0D9C8F16B}"/>
            </a:ext>
          </a:extLst>
        </p:cNvPr>
        <p:cNvGrpSpPr/>
        <p:nvPr/>
      </p:nvGrpSpPr>
      <p:grpSpPr>
        <a:xfrm>
          <a:off x="0" y="0"/>
          <a:ext cx="0" cy="0"/>
          <a:chOff x="0" y="0"/>
          <a:chExt cx="0" cy="0"/>
        </a:xfrm>
      </p:grpSpPr>
      <p:sp>
        <p:nvSpPr>
          <p:cNvPr id="4" name="Google Shape;440;p1">
            <a:extLst>
              <a:ext uri="{FF2B5EF4-FFF2-40B4-BE49-F238E27FC236}">
                <a16:creationId xmlns:a16="http://schemas.microsoft.com/office/drawing/2014/main" id="{BA83BE7F-B1CA-F95D-4C18-39F330186B5D}"/>
              </a:ext>
            </a:extLst>
          </p:cNvPr>
          <p:cNvSpPr txBox="1">
            <a:spLocks noChangeAspect="1"/>
          </p:cNvSpPr>
          <p:nvPr/>
        </p:nvSpPr>
        <p:spPr>
          <a:xfrm>
            <a:off x="0" y="470546"/>
            <a:ext cx="3357563" cy="385763"/>
          </a:xfrm>
          <a:prstGeom prst="rect">
            <a:avLst/>
          </a:prstGeom>
          <a:noFill/>
          <a:ln>
            <a:noFill/>
          </a:ln>
        </p:spPr>
        <p:txBody>
          <a:bodyPr spcFirstLastPara="1" wrap="square" lIns="68430" tIns="34274" rIns="68430" bIns="34274" anchor="ctr" anchorCtr="0">
            <a:norm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90000"/>
              </a:lnSpc>
              <a:spcBef>
                <a:spcPts val="0"/>
              </a:spcBef>
              <a:spcAft>
                <a:spcPts val="0"/>
              </a:spcAft>
              <a:buClr>
                <a:srgbClr val="1E4E79"/>
              </a:buClr>
              <a:buSzPct val="100000"/>
              <a:buFont typeface="Calibri"/>
              <a:buNone/>
              <a:tabLst/>
              <a:defRPr/>
            </a:pPr>
            <a:r>
              <a:rPr kumimoji="0" lang="zh-TW" altLang="en-US" sz="1700" b="0" i="0" u="none" strike="noStrike" kern="0" cap="none" spc="0" normalizeH="0" baseline="0" noProof="0" dirty="0">
                <a:ln>
                  <a:noFill/>
                </a:ln>
                <a:solidFill>
                  <a:srgbClr val="806641"/>
                </a:solidFill>
                <a:effectLst/>
                <a:uLnTx/>
                <a:uFillTx/>
                <a:latin typeface="華康新特明體" panose="02020909000000000000" pitchFamily="49" charset="-120"/>
                <a:ea typeface="華康新特明體"/>
                <a:cs typeface="Microsoft JhengHei"/>
                <a:sym typeface="Microsoft JhengHei"/>
              </a:rPr>
              <a:t>  </a:t>
            </a:r>
            <a:r>
              <a:rPr kumimoji="0" lang="en-US" altLang="zh-TW" sz="1700" b="0" i="0" u="none" strike="noStrike" kern="0" cap="none" spc="0" normalizeH="0" baseline="0" noProof="0" dirty="0">
                <a:ln>
                  <a:noFill/>
                </a:ln>
                <a:solidFill>
                  <a:srgbClr val="806641"/>
                </a:solidFill>
                <a:effectLst/>
                <a:uLnTx/>
                <a:uFillTx/>
                <a:latin typeface="華康新特明體" panose="02020909000000000000" pitchFamily="49" charset="-120"/>
                <a:ea typeface="華康新特明體"/>
                <a:cs typeface="Microsoft JhengHei"/>
                <a:sym typeface="Microsoft JhengHei"/>
              </a:rPr>
              <a:t>20251231 </a:t>
            </a:r>
            <a:r>
              <a:rPr kumimoji="0" lang="zh-TW" altLang="en-US" sz="1700" b="0" i="0" u="none" strike="noStrike" kern="0" cap="none" spc="0" normalizeH="0" baseline="0" noProof="0" dirty="0">
                <a:ln>
                  <a:noFill/>
                </a:ln>
                <a:solidFill>
                  <a:srgbClr val="806641"/>
                </a:solidFill>
                <a:effectLst/>
                <a:uLnTx/>
                <a:uFillTx/>
                <a:latin typeface="華康新特明體" panose="02020909000000000000" pitchFamily="49" charset="-120"/>
                <a:ea typeface="華康新特明體"/>
                <a:cs typeface="Microsoft JhengHei"/>
                <a:sym typeface="Microsoft JhengHei"/>
              </a:rPr>
              <a:t>週三禮拜</a:t>
            </a:r>
            <a:endParaRPr kumimoji="0" lang="zh-TW" altLang="en-US" sz="1700" b="0" i="0" u="none" strike="noStrike" kern="0" cap="none" spc="0" normalizeH="0" baseline="0" noProof="0" dirty="0">
              <a:ln>
                <a:noFill/>
              </a:ln>
              <a:solidFill>
                <a:srgbClr val="806641"/>
              </a:solidFill>
              <a:effectLst/>
              <a:uLnTx/>
              <a:uFillTx/>
              <a:latin typeface="華康新特明體" panose="02020909000000000000" pitchFamily="49" charset="-120"/>
              <a:ea typeface="華康新特明體"/>
              <a:cs typeface="Calibri"/>
              <a:sym typeface="Calibri"/>
            </a:endParaRPr>
          </a:p>
        </p:txBody>
      </p:sp>
      <p:sp>
        <p:nvSpPr>
          <p:cNvPr id="8" name="Google Shape;442;p1">
            <a:extLst>
              <a:ext uri="{FF2B5EF4-FFF2-40B4-BE49-F238E27FC236}">
                <a16:creationId xmlns:a16="http://schemas.microsoft.com/office/drawing/2014/main" id="{2703F825-3A7E-101D-24AE-6CD5DF9E9B18}"/>
              </a:ext>
            </a:extLst>
          </p:cNvPr>
          <p:cNvSpPr txBox="1">
            <a:spLocks noChangeAspect="1"/>
          </p:cNvSpPr>
          <p:nvPr/>
        </p:nvSpPr>
        <p:spPr>
          <a:xfrm>
            <a:off x="813161" y="1570113"/>
            <a:ext cx="7517675" cy="1664199"/>
          </a:xfrm>
          <a:prstGeom prst="rect">
            <a:avLst/>
          </a:prstGeom>
          <a:noFill/>
          <a:ln>
            <a:noFill/>
          </a:ln>
        </p:spPr>
        <p:txBody>
          <a:bodyPr spcFirstLastPara="1" wrap="square" lIns="67580" tIns="33848" rIns="67580" bIns="33848" anchor="ctr" anchorCtr="0">
            <a:noAutofit/>
          </a:bodyPr>
          <a:lstStyle/>
          <a:p>
            <a:pPr lvl="0" algn="ctr">
              <a:defRPr/>
            </a:pPr>
            <a:r>
              <a:rPr lang="zh-TW" altLang="en-US" sz="3500" dirty="0">
                <a:solidFill>
                  <a:srgbClr val="1B366A"/>
                </a:solidFill>
                <a:latin typeface="華康新特明體" panose="02020909000000000000" pitchFamily="49" charset="-120"/>
                <a:ea typeface="華康新特明體" panose="02020909000000000000" pitchFamily="49" charset="-120"/>
                <a:sym typeface="Microsoft JhengHei"/>
              </a:rPr>
              <a:t>要避開才能活 </a:t>
            </a:r>
          </a:p>
          <a:p>
            <a:pPr lvl="0" algn="ctr">
              <a:defRPr/>
            </a:pPr>
            <a:r>
              <a:rPr lang="zh-TW" altLang="en-US" sz="3500" dirty="0">
                <a:solidFill>
                  <a:srgbClr val="1B366A"/>
                </a:solidFill>
                <a:latin typeface="華康新特明體" panose="02020909000000000000" pitchFamily="49" charset="-120"/>
                <a:ea typeface="華康新特明體" panose="02020909000000000000" pitchFamily="49" charset="-120"/>
                <a:sym typeface="Microsoft JhengHei"/>
              </a:rPr>
              <a:t>這就是天的法則</a:t>
            </a:r>
            <a:endParaRPr kumimoji="0" lang="zh-TW" alt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9" name="副標題 2">
            <a:extLst>
              <a:ext uri="{FF2B5EF4-FFF2-40B4-BE49-F238E27FC236}">
                <a16:creationId xmlns:a16="http://schemas.microsoft.com/office/drawing/2014/main" id="{1AB9F690-D467-FF69-5698-A00F9792A45C}"/>
              </a:ext>
            </a:extLst>
          </p:cNvPr>
          <p:cNvSpPr>
            <a:spLocks noGrp="1"/>
          </p:cNvSpPr>
          <p:nvPr>
            <p:ph type="subTitle" idx="1"/>
          </p:nvPr>
        </p:nvSpPr>
        <p:spPr>
          <a:xfrm>
            <a:off x="1114109" y="3435497"/>
            <a:ext cx="6915777" cy="774762"/>
          </a:xfrm>
        </p:spPr>
        <p:txBody>
          <a:bodyPr>
            <a:normAutofit/>
          </a:bodyPr>
          <a:lstStyle/>
          <a:p>
            <a:pPr marL="0" lvl="0" indent="0">
              <a:lnSpc>
                <a:spcPct val="100000"/>
              </a:lnSpc>
              <a:spcBef>
                <a:spcPts val="0"/>
              </a:spcBef>
              <a:buClr>
                <a:srgbClr val="833C0B"/>
              </a:buClr>
              <a:buSzPts val="2400"/>
              <a:defRPr/>
            </a:pPr>
            <a:r>
              <a:rPr kumimoji="0" lang="en-US" altLang="zh-TW"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a:t>
            </a:r>
            <a:r>
              <a:rPr lang="zh-TW" altLang="en-US" sz="1900" dirty="0">
                <a:solidFill>
                  <a:srgbClr val="1B366A"/>
                </a:solidFill>
                <a:latin typeface="華康新特明體"/>
                <a:ea typeface="華康新特明體"/>
                <a:cs typeface="Microsoft JhengHei"/>
                <a:sym typeface="Microsoft JhengHei"/>
              </a:rPr>
              <a:t>箴言</a:t>
            </a:r>
            <a:r>
              <a:rPr lang="en-US" altLang="zh-TW" sz="1900" dirty="0">
                <a:solidFill>
                  <a:srgbClr val="1B366A"/>
                </a:solidFill>
                <a:latin typeface="華康新特明體"/>
                <a:ea typeface="華康新特明體"/>
                <a:cs typeface="Microsoft JhengHei"/>
                <a:sym typeface="Microsoft JhengHei"/>
              </a:rPr>
              <a:t>27</a:t>
            </a:r>
            <a:r>
              <a:rPr lang="zh-TW" altLang="en-US" sz="1900" dirty="0">
                <a:solidFill>
                  <a:srgbClr val="1B366A"/>
                </a:solidFill>
                <a:latin typeface="華康新特明體"/>
                <a:ea typeface="華康新特明體"/>
                <a:cs typeface="Microsoft JhengHei"/>
                <a:sym typeface="Microsoft JhengHei"/>
              </a:rPr>
              <a:t>章</a:t>
            </a:r>
            <a:r>
              <a:rPr lang="en-US" altLang="zh-TW" sz="1900" dirty="0">
                <a:solidFill>
                  <a:srgbClr val="1B366A"/>
                </a:solidFill>
                <a:latin typeface="華康新特明體"/>
                <a:ea typeface="華康新特明體"/>
                <a:cs typeface="Microsoft JhengHei"/>
                <a:sym typeface="Microsoft JhengHei"/>
              </a:rPr>
              <a:t>12</a:t>
            </a:r>
            <a:r>
              <a:rPr lang="zh-TW" altLang="en-US" sz="1900" dirty="0">
                <a:solidFill>
                  <a:srgbClr val="1B366A"/>
                </a:solidFill>
                <a:latin typeface="華康新特明體"/>
                <a:ea typeface="華康新特明體"/>
                <a:cs typeface="Microsoft JhengHei"/>
                <a:sym typeface="Microsoft JhengHei"/>
              </a:rPr>
              <a:t>節、詩篇</a:t>
            </a:r>
            <a:r>
              <a:rPr lang="en-US" altLang="zh-TW" sz="1900" dirty="0">
                <a:solidFill>
                  <a:srgbClr val="1B366A"/>
                </a:solidFill>
                <a:latin typeface="華康新特明體"/>
                <a:ea typeface="華康新特明體"/>
                <a:cs typeface="Microsoft JhengHei"/>
                <a:sym typeface="Microsoft JhengHei"/>
              </a:rPr>
              <a:t>46</a:t>
            </a:r>
            <a:r>
              <a:rPr lang="zh-TW" altLang="en-US" sz="1900" dirty="0">
                <a:solidFill>
                  <a:srgbClr val="1B366A"/>
                </a:solidFill>
                <a:latin typeface="華康新特明體"/>
                <a:ea typeface="華康新特明體"/>
                <a:cs typeface="Microsoft JhengHei"/>
                <a:sym typeface="Microsoft JhengHei"/>
              </a:rPr>
              <a:t>篇</a:t>
            </a:r>
            <a:r>
              <a:rPr lang="en-US" altLang="zh-TW" sz="1900" dirty="0">
                <a:solidFill>
                  <a:srgbClr val="1B366A"/>
                </a:solidFill>
                <a:latin typeface="華康新特明體"/>
                <a:ea typeface="華康新特明體"/>
                <a:cs typeface="Microsoft JhengHei"/>
                <a:sym typeface="Microsoft JhengHei"/>
              </a:rPr>
              <a:t>1</a:t>
            </a:r>
            <a:r>
              <a:rPr lang="zh-TW" altLang="en-US" sz="1900" dirty="0">
                <a:solidFill>
                  <a:srgbClr val="1B366A"/>
                </a:solidFill>
                <a:latin typeface="華康新特明體"/>
                <a:ea typeface="華康新特明體"/>
                <a:cs typeface="Microsoft JhengHei"/>
                <a:sym typeface="Microsoft JhengHei"/>
              </a:rPr>
              <a:t>節</a:t>
            </a:r>
            <a:r>
              <a:rPr kumimoji="0" lang="en-US" altLang="zh-TW"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a:t>
            </a:r>
          </a:p>
        </p:txBody>
      </p:sp>
    </p:spTree>
    <p:extLst>
      <p:ext uri="{BB962C8B-B14F-4D97-AF65-F5344CB8AC3E}">
        <p14:creationId xmlns:p14="http://schemas.microsoft.com/office/powerpoint/2010/main" val="2143431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42;p1">
            <a:extLst>
              <a:ext uri="{FF2B5EF4-FFF2-40B4-BE49-F238E27FC236}">
                <a16:creationId xmlns:a16="http://schemas.microsoft.com/office/drawing/2014/main" id="{3DAB1222-1AF5-C987-8017-D2A1508E3708}"/>
              </a:ext>
            </a:extLst>
          </p:cNvPr>
          <p:cNvSpPr txBox="1">
            <a:spLocks noChangeAspect="1"/>
          </p:cNvSpPr>
          <p:nvPr/>
        </p:nvSpPr>
        <p:spPr>
          <a:xfrm>
            <a:off x="846000" y="789750"/>
            <a:ext cx="7452000" cy="3564000"/>
          </a:xfrm>
          <a:prstGeom prst="rect">
            <a:avLst/>
          </a:prstGeom>
          <a:noFill/>
          <a:ln>
            <a:noFill/>
          </a:ln>
        </p:spPr>
        <p:txBody>
          <a:bodyPr spcFirstLastPara="1" wrap="square" lIns="67580" tIns="33848" rIns="67580" bIns="33848" anchor="ctr" anchorCtr="0">
            <a:noAutofit/>
          </a:bodyPr>
          <a:lstStyle/>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若學習，當天就能瞭解；</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若不學習，一輩子都不會瞭解。</a:t>
            </a:r>
          </a:p>
        </p:txBody>
      </p:sp>
    </p:spTree>
    <p:extLst>
      <p:ext uri="{BB962C8B-B14F-4D97-AF65-F5344CB8AC3E}">
        <p14:creationId xmlns:p14="http://schemas.microsoft.com/office/powerpoint/2010/main" val="3935404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42;p1">
            <a:extLst>
              <a:ext uri="{FF2B5EF4-FFF2-40B4-BE49-F238E27FC236}">
                <a16:creationId xmlns:a16="http://schemas.microsoft.com/office/drawing/2014/main" id="{3DAB1222-1AF5-C987-8017-D2A1508E3708}"/>
              </a:ext>
            </a:extLst>
          </p:cNvPr>
          <p:cNvSpPr txBox="1">
            <a:spLocks noChangeAspect="1"/>
          </p:cNvSpPr>
          <p:nvPr/>
        </p:nvSpPr>
        <p:spPr>
          <a:xfrm>
            <a:off x="846000" y="789750"/>
            <a:ext cx="7452000" cy="3564000"/>
          </a:xfrm>
          <a:prstGeom prst="rect">
            <a:avLst/>
          </a:prstGeom>
          <a:noFill/>
          <a:ln>
            <a:noFill/>
          </a:ln>
        </p:spPr>
        <p:txBody>
          <a:bodyPr spcFirstLastPara="1" wrap="square" lIns="67580" tIns="33848" rIns="67580" bIns="33848" anchor="ctr" anchorCtr="0">
            <a:noAutofit/>
          </a:bodyPr>
          <a:lstStyle/>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廣闊宇宙或地球內萬有法則的運行，</a:t>
            </a:r>
            <a:endPar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endParaRP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是不能中斷的，</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所以人必須避開因此發生的極端狀況</a:t>
            </a:r>
            <a:endPar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endParaRP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才能存活。</a:t>
            </a:r>
          </a:p>
        </p:txBody>
      </p:sp>
    </p:spTree>
    <p:extLst>
      <p:ext uri="{BB962C8B-B14F-4D97-AF65-F5344CB8AC3E}">
        <p14:creationId xmlns:p14="http://schemas.microsoft.com/office/powerpoint/2010/main" val="2053403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88FA9-1429-4DD3-7453-0C3A9C602914}"/>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F326AFFA-0B50-192C-2D01-A51B65BF75D1}"/>
              </a:ext>
            </a:extLst>
          </p:cNvPr>
          <p:cNvSpPr txBox="1">
            <a:spLocks noChangeAspect="1"/>
          </p:cNvSpPr>
          <p:nvPr/>
        </p:nvSpPr>
        <p:spPr>
          <a:xfrm>
            <a:off x="846000" y="789750"/>
            <a:ext cx="7452000" cy="3564000"/>
          </a:xfrm>
          <a:prstGeom prst="rect">
            <a:avLst/>
          </a:prstGeom>
          <a:noFill/>
          <a:ln>
            <a:noFill/>
          </a:ln>
        </p:spPr>
        <p:txBody>
          <a:bodyPr spcFirstLastPara="1" wrap="square" lIns="67580" tIns="33848" rIns="67580" bIns="33848" anchor="ctr" anchorCtr="0">
            <a:noAutofit/>
          </a:bodyPr>
          <a:lstStyle/>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人只要做足以承擔的事就好。</a:t>
            </a:r>
          </a:p>
        </p:txBody>
      </p:sp>
    </p:spTree>
    <p:extLst>
      <p:ext uri="{BB962C8B-B14F-4D97-AF65-F5344CB8AC3E}">
        <p14:creationId xmlns:p14="http://schemas.microsoft.com/office/powerpoint/2010/main" val="1719163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0629C-6BBA-B955-9A7E-7F81363B6A37}"/>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54B51C3C-7D3C-A233-F3C5-6E1EAA662155}"/>
              </a:ext>
            </a:extLst>
          </p:cNvPr>
          <p:cNvSpPr txBox="1">
            <a:spLocks noChangeAspect="1"/>
          </p:cNvSpPr>
          <p:nvPr/>
        </p:nvSpPr>
        <p:spPr>
          <a:xfrm>
            <a:off x="846000" y="789750"/>
            <a:ext cx="7452000" cy="3564000"/>
          </a:xfrm>
          <a:prstGeom prst="rect">
            <a:avLst/>
          </a:prstGeom>
          <a:noFill/>
          <a:ln>
            <a:noFill/>
          </a:ln>
        </p:spPr>
        <p:txBody>
          <a:bodyPr spcFirstLastPara="1" wrap="square" lIns="67580" tIns="33848" rIns="67580" bIns="33848" anchor="ctr" anchorCtr="0">
            <a:noAutofit/>
          </a:bodyPr>
          <a:lstStyle/>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大患難來臨時，</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應該要按照我耶和華的引導前往避難所。</a:t>
            </a:r>
          </a:p>
        </p:txBody>
      </p:sp>
    </p:spTree>
    <p:extLst>
      <p:ext uri="{BB962C8B-B14F-4D97-AF65-F5344CB8AC3E}">
        <p14:creationId xmlns:p14="http://schemas.microsoft.com/office/powerpoint/2010/main" val="2404150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42;p1">
            <a:extLst>
              <a:ext uri="{FF2B5EF4-FFF2-40B4-BE49-F238E27FC236}">
                <a16:creationId xmlns:a16="http://schemas.microsoft.com/office/drawing/2014/main" id="{3DAB1222-1AF5-C987-8017-D2A1508E3708}"/>
              </a:ext>
            </a:extLst>
          </p:cNvPr>
          <p:cNvSpPr txBox="1">
            <a:spLocks noChangeAspect="1"/>
          </p:cNvSpPr>
          <p:nvPr/>
        </p:nvSpPr>
        <p:spPr>
          <a:xfrm>
            <a:off x="846000" y="790104"/>
            <a:ext cx="7452000" cy="3563291"/>
          </a:xfrm>
          <a:prstGeom prst="rect">
            <a:avLst/>
          </a:prstGeom>
          <a:noFill/>
          <a:ln>
            <a:noFill/>
          </a:ln>
        </p:spPr>
        <p:txBody>
          <a:bodyPr spcFirstLastPara="1" wrap="square" lIns="67580" tIns="33848" rIns="67580" bIns="33848" anchor="ctr" anchorCtr="0">
            <a:noAutofit/>
          </a:bodyPr>
          <a:lstStyle/>
          <a:p>
            <a:pPr>
              <a:spcBef>
                <a:spcPts val="1200"/>
              </a:spcBef>
              <a:buClr>
                <a:srgbClr val="833C0B"/>
              </a:buClr>
              <a:buSzPts val="3700"/>
            </a:pPr>
            <a:r>
              <a:rPr lang="en-US" altLang="zh-TW" sz="3000" b="1" dirty="0">
                <a:solidFill>
                  <a:srgbClr val="799BC1"/>
                </a:solidFill>
                <a:latin typeface="微軟正黑體" panose="020B0604030504040204" pitchFamily="34" charset="-120"/>
                <a:ea typeface="微軟正黑體" panose="020B0604030504040204" pitchFamily="34" charset="-120"/>
                <a:sym typeface="Microsoft JhengHei"/>
              </a:rPr>
              <a:t>【</a:t>
            </a:r>
            <a:r>
              <a:rPr lang="zh-TW" altLang="en-US" sz="3000" b="1" dirty="0">
                <a:solidFill>
                  <a:srgbClr val="799BC1"/>
                </a:solidFill>
                <a:latin typeface="微軟正黑體" panose="020B0604030504040204" pitchFamily="34" charset="-120"/>
                <a:ea typeface="微軟正黑體" panose="020B0604030504040204" pitchFamily="34" charset="-120"/>
                <a:sym typeface="Microsoft JhengHei"/>
              </a:rPr>
              <a:t>創</a:t>
            </a:r>
            <a:r>
              <a:rPr lang="en-US" altLang="zh-TW" sz="3000" b="1" dirty="0">
                <a:solidFill>
                  <a:srgbClr val="799BC1"/>
                </a:solidFill>
                <a:latin typeface="微軟正黑體" panose="020B0604030504040204" pitchFamily="34" charset="-120"/>
                <a:ea typeface="微軟正黑體" panose="020B0604030504040204" pitchFamily="34" charset="-120"/>
                <a:sym typeface="Microsoft JhengHei"/>
              </a:rPr>
              <a:t>19:17】</a:t>
            </a:r>
          </a:p>
          <a:p>
            <a:pPr>
              <a:spcBef>
                <a:spcPts val="1200"/>
              </a:spcBef>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領他們出來以後，就說：「逃命吧！</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不可回頭看，也不可在平原站住。</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要往山上逃跑，免得你被剿滅。」</a:t>
            </a:r>
          </a:p>
        </p:txBody>
      </p:sp>
    </p:spTree>
    <p:extLst>
      <p:ext uri="{BB962C8B-B14F-4D97-AF65-F5344CB8AC3E}">
        <p14:creationId xmlns:p14="http://schemas.microsoft.com/office/powerpoint/2010/main" val="38418157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A82F6-86DA-A033-895C-C631E910E609}"/>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15F9F6C8-E07F-8025-462E-CC6D8AE7BCF6}"/>
              </a:ext>
            </a:extLst>
          </p:cNvPr>
          <p:cNvSpPr txBox="1">
            <a:spLocks noChangeAspect="1"/>
          </p:cNvSpPr>
          <p:nvPr/>
        </p:nvSpPr>
        <p:spPr>
          <a:xfrm>
            <a:off x="846000" y="790104"/>
            <a:ext cx="7452000" cy="3563291"/>
          </a:xfrm>
          <a:prstGeom prst="rect">
            <a:avLst/>
          </a:prstGeom>
          <a:noFill/>
          <a:ln>
            <a:noFill/>
          </a:ln>
        </p:spPr>
        <p:txBody>
          <a:bodyPr spcFirstLastPara="1" wrap="square" lIns="67580" tIns="33848" rIns="67580" bIns="33848" anchor="ctr" anchorCtr="0">
            <a:noAutofit/>
          </a:bodyPr>
          <a:lstStyle/>
          <a:p>
            <a:pPr>
              <a:spcBef>
                <a:spcPts val="1200"/>
              </a:spcBef>
              <a:buClr>
                <a:srgbClr val="833C0B"/>
              </a:buClr>
              <a:buSzPts val="3700"/>
            </a:pPr>
            <a:r>
              <a:rPr lang="en-US" altLang="zh-TW" sz="3000" b="1" dirty="0">
                <a:solidFill>
                  <a:srgbClr val="799BC1"/>
                </a:solidFill>
                <a:latin typeface="微軟正黑體" panose="020B0604030504040204" pitchFamily="34" charset="-120"/>
                <a:ea typeface="微軟正黑體" panose="020B0604030504040204" pitchFamily="34" charset="-120"/>
                <a:sym typeface="Microsoft JhengHei"/>
              </a:rPr>
              <a:t>【</a:t>
            </a:r>
            <a:r>
              <a:rPr lang="zh-TW" altLang="en-US" sz="3000" b="1" dirty="0">
                <a:solidFill>
                  <a:srgbClr val="799BC1"/>
                </a:solidFill>
                <a:latin typeface="微軟正黑體" panose="020B0604030504040204" pitchFamily="34" charset="-120"/>
                <a:ea typeface="微軟正黑體" panose="020B0604030504040204" pitchFamily="34" charset="-120"/>
                <a:sym typeface="Microsoft JhengHei"/>
              </a:rPr>
              <a:t>太</a:t>
            </a:r>
            <a:r>
              <a:rPr lang="en-US" altLang="zh-TW" sz="3000" b="1" dirty="0">
                <a:solidFill>
                  <a:srgbClr val="799BC1"/>
                </a:solidFill>
                <a:latin typeface="微軟正黑體" panose="020B0604030504040204" pitchFamily="34" charset="-120"/>
                <a:ea typeface="微軟正黑體" panose="020B0604030504040204" pitchFamily="34" charset="-120"/>
                <a:sym typeface="Microsoft JhengHei"/>
              </a:rPr>
              <a:t>2:13-14】</a:t>
            </a:r>
          </a:p>
          <a:p>
            <a:pPr>
              <a:spcBef>
                <a:spcPts val="1200"/>
              </a:spcBef>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他們去後，有主的使者向約瑟夢中顯現，說：「起來！帶着小孩子同他母親逃往埃及，</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住在那裏，等我吩咐你；因為希律必尋找</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小孩子，要除滅他。」約瑟就起來，夜間</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帶着小孩子和他母親往埃及去。</a:t>
            </a:r>
          </a:p>
        </p:txBody>
      </p:sp>
    </p:spTree>
    <p:extLst>
      <p:ext uri="{BB962C8B-B14F-4D97-AF65-F5344CB8AC3E}">
        <p14:creationId xmlns:p14="http://schemas.microsoft.com/office/powerpoint/2010/main" val="4113093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79932-0A3C-FBF2-90DB-1EC6C9A022F7}"/>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6ADB2CC1-8605-756B-EE81-572F628FF483}"/>
              </a:ext>
            </a:extLst>
          </p:cNvPr>
          <p:cNvSpPr txBox="1">
            <a:spLocks noChangeAspect="1"/>
          </p:cNvSpPr>
          <p:nvPr/>
        </p:nvSpPr>
        <p:spPr>
          <a:xfrm>
            <a:off x="846000" y="790104"/>
            <a:ext cx="7452000" cy="3563291"/>
          </a:xfrm>
          <a:prstGeom prst="rect">
            <a:avLst/>
          </a:prstGeom>
          <a:noFill/>
          <a:ln>
            <a:noFill/>
          </a:ln>
        </p:spPr>
        <p:txBody>
          <a:bodyPr spcFirstLastPara="1" wrap="square" lIns="67580" tIns="33848" rIns="67580" bIns="33848" anchor="ctr" anchorCtr="0">
            <a:noAutofit/>
          </a:bodyPr>
          <a:lstStyle/>
          <a:p>
            <a:pPr>
              <a:spcBef>
                <a:spcPts val="1200"/>
              </a:spcBef>
              <a:buClr>
                <a:srgbClr val="833C0B"/>
              </a:buClr>
              <a:buSzPts val="3700"/>
            </a:pPr>
            <a:r>
              <a:rPr lang="en-US" altLang="zh-TW" sz="3000" b="1" dirty="0">
                <a:solidFill>
                  <a:srgbClr val="799BC1"/>
                </a:solidFill>
                <a:latin typeface="微軟正黑體" panose="020B0604030504040204" pitchFamily="34" charset="-120"/>
                <a:ea typeface="微軟正黑體" panose="020B0604030504040204" pitchFamily="34" charset="-120"/>
                <a:sym typeface="Microsoft JhengHei"/>
              </a:rPr>
              <a:t>【</a:t>
            </a:r>
            <a:r>
              <a:rPr lang="zh-TW" altLang="en-US" sz="3000" b="1" dirty="0">
                <a:solidFill>
                  <a:srgbClr val="799BC1"/>
                </a:solidFill>
                <a:latin typeface="微軟正黑體" panose="020B0604030504040204" pitchFamily="34" charset="-120"/>
                <a:ea typeface="微軟正黑體" panose="020B0604030504040204" pitchFamily="34" charset="-120"/>
                <a:sym typeface="Microsoft JhengHei"/>
              </a:rPr>
              <a:t>詩</a:t>
            </a:r>
            <a:r>
              <a:rPr lang="en-US" altLang="zh-TW" sz="3000" b="1" dirty="0">
                <a:solidFill>
                  <a:srgbClr val="799BC1"/>
                </a:solidFill>
                <a:latin typeface="微軟正黑體" panose="020B0604030504040204" pitchFamily="34" charset="-120"/>
                <a:ea typeface="微軟正黑體" panose="020B0604030504040204" pitchFamily="34" charset="-120"/>
                <a:sym typeface="Microsoft JhengHei"/>
              </a:rPr>
              <a:t>46:1】</a:t>
            </a:r>
          </a:p>
          <a:p>
            <a:pPr>
              <a:spcBef>
                <a:spcPts val="1200"/>
              </a:spcBef>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神是我們的避難所，是我們的力量，</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是我們在患難中隨時的幫助。</a:t>
            </a:r>
          </a:p>
        </p:txBody>
      </p:sp>
    </p:spTree>
    <p:extLst>
      <p:ext uri="{BB962C8B-B14F-4D97-AF65-F5344CB8AC3E}">
        <p14:creationId xmlns:p14="http://schemas.microsoft.com/office/powerpoint/2010/main" val="2498754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FC77F-CB2D-7CD0-13C4-6931380DCC57}"/>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3F8C066F-F44B-A78E-FF68-581E43DB0B70}"/>
              </a:ext>
            </a:extLst>
          </p:cNvPr>
          <p:cNvSpPr txBox="1">
            <a:spLocks noChangeAspect="1"/>
          </p:cNvSpPr>
          <p:nvPr/>
        </p:nvSpPr>
        <p:spPr>
          <a:xfrm>
            <a:off x="846000" y="790104"/>
            <a:ext cx="7452000" cy="3563291"/>
          </a:xfrm>
          <a:prstGeom prst="rect">
            <a:avLst/>
          </a:prstGeom>
          <a:noFill/>
          <a:ln>
            <a:noFill/>
          </a:ln>
        </p:spPr>
        <p:txBody>
          <a:bodyPr spcFirstLastPara="1" wrap="square" lIns="67580" tIns="33848" rIns="67580" bIns="33848" anchor="ctr" anchorCtr="0">
            <a:noAutofit/>
          </a:bodyPr>
          <a:lstStyle/>
          <a:p>
            <a:pPr>
              <a:spcBef>
                <a:spcPts val="1200"/>
              </a:spcBef>
              <a:buClr>
                <a:srgbClr val="833C0B"/>
              </a:buClr>
              <a:buSzPts val="3700"/>
            </a:pPr>
            <a:r>
              <a:rPr lang="en-US" altLang="zh-TW" sz="3000" b="1" dirty="0">
                <a:solidFill>
                  <a:srgbClr val="799BC1"/>
                </a:solidFill>
                <a:latin typeface="微軟正黑體" panose="020B0604030504040204" pitchFamily="34" charset="-120"/>
                <a:ea typeface="微軟正黑體" panose="020B0604030504040204" pitchFamily="34" charset="-120"/>
                <a:sym typeface="Microsoft JhengHei"/>
              </a:rPr>
              <a:t>【</a:t>
            </a:r>
            <a:r>
              <a:rPr lang="zh-TW" altLang="en-US" sz="3000" b="1" dirty="0">
                <a:solidFill>
                  <a:srgbClr val="799BC1"/>
                </a:solidFill>
                <a:latin typeface="微軟正黑體" panose="020B0604030504040204" pitchFamily="34" charset="-120"/>
                <a:ea typeface="微軟正黑體" panose="020B0604030504040204" pitchFamily="34" charset="-120"/>
                <a:sym typeface="Microsoft JhengHei"/>
              </a:rPr>
              <a:t>啟</a:t>
            </a:r>
            <a:r>
              <a:rPr lang="en-US" altLang="zh-TW" sz="3000" b="1" dirty="0">
                <a:solidFill>
                  <a:srgbClr val="799BC1"/>
                </a:solidFill>
                <a:latin typeface="微軟正黑體" panose="020B0604030504040204" pitchFamily="34" charset="-120"/>
                <a:ea typeface="微軟正黑體" panose="020B0604030504040204" pitchFamily="34" charset="-120"/>
                <a:sym typeface="Microsoft JhengHei"/>
              </a:rPr>
              <a:t>1:9】</a:t>
            </a:r>
          </a:p>
          <a:p>
            <a:pPr>
              <a:spcBef>
                <a:spcPts val="1200"/>
              </a:spcBef>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我－約翰就是你們的弟兄，和你們在耶穌的患難、國度、忍耐裏一同有分，為　神的道，並為給耶穌作的見證，曾在那名叫拔摩的</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海島上。</a:t>
            </a:r>
          </a:p>
        </p:txBody>
      </p:sp>
    </p:spTree>
    <p:extLst>
      <p:ext uri="{BB962C8B-B14F-4D97-AF65-F5344CB8AC3E}">
        <p14:creationId xmlns:p14="http://schemas.microsoft.com/office/powerpoint/2010/main" val="3785989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037C9-A28D-3242-E108-6284D1CAFADE}"/>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8A4DFB22-A7A3-7D58-B989-A4CD337D502F}"/>
              </a:ext>
            </a:extLst>
          </p:cNvPr>
          <p:cNvSpPr txBox="1">
            <a:spLocks noChangeAspect="1"/>
          </p:cNvSpPr>
          <p:nvPr/>
        </p:nvSpPr>
        <p:spPr>
          <a:xfrm>
            <a:off x="846000" y="790104"/>
            <a:ext cx="7452000" cy="3563291"/>
          </a:xfrm>
          <a:prstGeom prst="rect">
            <a:avLst/>
          </a:prstGeom>
          <a:noFill/>
          <a:ln>
            <a:noFill/>
          </a:ln>
        </p:spPr>
        <p:txBody>
          <a:bodyPr spcFirstLastPara="1" wrap="square" lIns="67580" tIns="33848" rIns="67580" bIns="33848" anchor="ctr" anchorCtr="0">
            <a:noAutofit/>
          </a:bodyPr>
          <a:lstStyle/>
          <a:p>
            <a:pPr>
              <a:spcBef>
                <a:spcPts val="1200"/>
              </a:spcBef>
              <a:buClr>
                <a:srgbClr val="833C0B"/>
              </a:buClr>
              <a:buSzPts val="3700"/>
            </a:pPr>
            <a:r>
              <a:rPr lang="en-US" altLang="zh-TW" sz="3000" b="1" dirty="0">
                <a:solidFill>
                  <a:srgbClr val="799BC1"/>
                </a:solidFill>
                <a:latin typeface="微軟正黑體" panose="020B0604030504040204" pitchFamily="34" charset="-120"/>
                <a:ea typeface="微軟正黑體" panose="020B0604030504040204" pitchFamily="34" charset="-120"/>
                <a:sym typeface="Microsoft JhengHei"/>
              </a:rPr>
              <a:t>【</a:t>
            </a:r>
            <a:r>
              <a:rPr lang="zh-TW" altLang="en-US" sz="3000" b="1" dirty="0">
                <a:solidFill>
                  <a:srgbClr val="799BC1"/>
                </a:solidFill>
                <a:latin typeface="微軟正黑體" panose="020B0604030504040204" pitchFamily="34" charset="-120"/>
                <a:ea typeface="微軟正黑體" panose="020B0604030504040204" pitchFamily="34" charset="-120"/>
                <a:sym typeface="Microsoft JhengHei"/>
              </a:rPr>
              <a:t>啟</a:t>
            </a:r>
            <a:r>
              <a:rPr lang="en-US" altLang="zh-TW" sz="3000" b="1" dirty="0">
                <a:solidFill>
                  <a:srgbClr val="799BC1"/>
                </a:solidFill>
                <a:latin typeface="微軟正黑體" panose="020B0604030504040204" pitchFamily="34" charset="-120"/>
                <a:ea typeface="微軟正黑體" panose="020B0604030504040204" pitchFamily="34" charset="-120"/>
                <a:sym typeface="Microsoft JhengHei"/>
              </a:rPr>
              <a:t>1:19】</a:t>
            </a:r>
          </a:p>
          <a:p>
            <a:pPr>
              <a:spcBef>
                <a:spcPts val="1200"/>
              </a:spcBef>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所以你要把所看見的，和現在的事，</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並將來必成的事，都寫出來。</a:t>
            </a:r>
          </a:p>
        </p:txBody>
      </p:sp>
    </p:spTree>
    <p:extLst>
      <p:ext uri="{BB962C8B-B14F-4D97-AF65-F5344CB8AC3E}">
        <p14:creationId xmlns:p14="http://schemas.microsoft.com/office/powerpoint/2010/main" val="3127453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67E8A-4669-CD92-149B-CF37BCF4E0CD}"/>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C9458139-2903-7902-4040-47C972CC7CA4}"/>
              </a:ext>
            </a:extLst>
          </p:cNvPr>
          <p:cNvSpPr txBox="1">
            <a:spLocks noChangeAspect="1"/>
          </p:cNvSpPr>
          <p:nvPr/>
        </p:nvSpPr>
        <p:spPr>
          <a:xfrm>
            <a:off x="846000" y="790104"/>
            <a:ext cx="7452000" cy="3563291"/>
          </a:xfrm>
          <a:prstGeom prst="rect">
            <a:avLst/>
          </a:prstGeom>
          <a:noFill/>
          <a:ln>
            <a:noFill/>
          </a:ln>
        </p:spPr>
        <p:txBody>
          <a:bodyPr spcFirstLastPara="1" wrap="square" lIns="67580" tIns="33848" rIns="67580" bIns="33848" anchor="ctr" anchorCtr="0">
            <a:noAutofit/>
          </a:bodyPr>
          <a:lstStyle/>
          <a:p>
            <a:pPr>
              <a:spcBef>
                <a:spcPts val="1200"/>
              </a:spcBef>
              <a:buClr>
                <a:srgbClr val="833C0B"/>
              </a:buClr>
              <a:buSzPts val="3700"/>
            </a:pPr>
            <a:r>
              <a:rPr lang="en-US" altLang="zh-TW" sz="3000" b="1" dirty="0">
                <a:solidFill>
                  <a:srgbClr val="799BC1"/>
                </a:solidFill>
                <a:latin typeface="微軟正黑體" panose="020B0604030504040204" pitchFamily="34" charset="-120"/>
                <a:ea typeface="微軟正黑體" panose="020B0604030504040204" pitchFamily="34" charset="-120"/>
                <a:sym typeface="Microsoft JhengHei"/>
              </a:rPr>
              <a:t>【</a:t>
            </a:r>
            <a:r>
              <a:rPr lang="zh-TW" altLang="en-US" sz="3000" b="1" dirty="0">
                <a:solidFill>
                  <a:srgbClr val="799BC1"/>
                </a:solidFill>
                <a:latin typeface="微軟正黑體" panose="020B0604030504040204" pitchFamily="34" charset="-120"/>
                <a:ea typeface="微軟正黑體" panose="020B0604030504040204" pitchFamily="34" charset="-120"/>
                <a:sym typeface="Microsoft JhengHei"/>
              </a:rPr>
              <a:t>弗</a:t>
            </a:r>
            <a:r>
              <a:rPr lang="en-US" altLang="zh-TW" sz="3000" b="1" dirty="0">
                <a:solidFill>
                  <a:srgbClr val="799BC1"/>
                </a:solidFill>
                <a:latin typeface="微軟正黑體" panose="020B0604030504040204" pitchFamily="34" charset="-120"/>
                <a:ea typeface="微軟正黑體" panose="020B0604030504040204" pitchFamily="34" charset="-120"/>
                <a:sym typeface="Microsoft JhengHei"/>
              </a:rPr>
              <a:t>3:1-4】</a:t>
            </a:r>
          </a:p>
          <a:p>
            <a:pPr>
              <a:spcBef>
                <a:spcPts val="1200"/>
              </a:spcBef>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因此，我－保羅為你們外邦人作了基督耶穌被囚的，替你們祈禱。諒必你們曾聽見　神賜恩給我，將關切你們的職分託付我，用啟示使我知道福音的奧祕，正如我以前略略寫過的。你們念了，就能曉得我深知基督的奧祕。</a:t>
            </a:r>
          </a:p>
        </p:txBody>
      </p:sp>
    </p:spTree>
    <p:extLst>
      <p:ext uri="{BB962C8B-B14F-4D97-AF65-F5344CB8AC3E}">
        <p14:creationId xmlns:p14="http://schemas.microsoft.com/office/powerpoint/2010/main" val="1011749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4D066-0ECD-3574-D7F8-D06CEE0C87CE}"/>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3BE1FCD2-E9C0-CDDB-412E-F48C39DD3002}"/>
              </a:ext>
            </a:extLst>
          </p:cNvPr>
          <p:cNvSpPr txBox="1">
            <a:spLocks noChangeAspect="1"/>
          </p:cNvSpPr>
          <p:nvPr/>
        </p:nvSpPr>
        <p:spPr>
          <a:xfrm>
            <a:off x="846000" y="789750"/>
            <a:ext cx="7452000" cy="3564000"/>
          </a:xfrm>
          <a:prstGeom prst="rect">
            <a:avLst/>
          </a:prstGeom>
          <a:noFill/>
          <a:ln>
            <a:noFill/>
          </a:ln>
        </p:spPr>
        <p:txBody>
          <a:bodyPr spcFirstLastPara="1" wrap="square" lIns="67580" tIns="33848" rIns="67580" bIns="33848" anchor="ctr" anchorCtr="0">
            <a:noAutofit/>
          </a:bodyPr>
          <a:lstStyle/>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在極端危急的時候，要倚靠 神，</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躲到 神引導的地方，</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而且要在那裡實踐相關的旨意。</a:t>
            </a:r>
          </a:p>
        </p:txBody>
      </p:sp>
    </p:spTree>
    <p:extLst>
      <p:ext uri="{BB962C8B-B14F-4D97-AF65-F5344CB8AC3E}">
        <p14:creationId xmlns:p14="http://schemas.microsoft.com/office/powerpoint/2010/main" val="649509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08DC0-9406-0B7F-D064-866331D6FA37}"/>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7D97A8B2-5C07-F983-7540-563C64C12AC2}"/>
              </a:ext>
            </a:extLst>
          </p:cNvPr>
          <p:cNvSpPr txBox="1">
            <a:spLocks noChangeAspect="1"/>
          </p:cNvSpPr>
          <p:nvPr/>
        </p:nvSpPr>
        <p:spPr>
          <a:xfrm>
            <a:off x="846000" y="789750"/>
            <a:ext cx="7452000" cy="3564000"/>
          </a:xfrm>
          <a:prstGeom prst="rect">
            <a:avLst/>
          </a:prstGeom>
          <a:noFill/>
          <a:ln>
            <a:noFill/>
          </a:ln>
        </p:spPr>
        <p:txBody>
          <a:bodyPr spcFirstLastPara="1" wrap="square" lIns="67580" tIns="33848" rIns="67580" bIns="33848" anchor="ctr" anchorCtr="0">
            <a:noAutofit/>
          </a:bodyPr>
          <a:lstStyle/>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你們應該要避開因我耶和華創造的</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宇宙運行法則而發生的痛苦，</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也要避開大患難和戰爭，</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而且要只跟可以承擔的部分爭戰，</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這樣才能活。</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在生活中只要做足以承擔的部分就好，</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其他的都要避開。</a:t>
            </a:r>
          </a:p>
        </p:txBody>
      </p:sp>
    </p:spTree>
    <p:extLst>
      <p:ext uri="{BB962C8B-B14F-4D97-AF65-F5344CB8AC3E}">
        <p14:creationId xmlns:p14="http://schemas.microsoft.com/office/powerpoint/2010/main" val="3035457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BA59A-9AE5-9C07-C12F-64412B943FEA}"/>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1988D4FD-062B-F61C-E93B-1C97B681527B}"/>
              </a:ext>
            </a:extLst>
          </p:cNvPr>
          <p:cNvSpPr txBox="1">
            <a:spLocks noChangeAspect="1"/>
          </p:cNvSpPr>
          <p:nvPr/>
        </p:nvSpPr>
        <p:spPr>
          <a:xfrm>
            <a:off x="846000" y="789750"/>
            <a:ext cx="7452000" cy="3564000"/>
          </a:xfrm>
          <a:prstGeom prst="rect">
            <a:avLst/>
          </a:prstGeom>
          <a:noFill/>
          <a:ln>
            <a:noFill/>
          </a:ln>
        </p:spPr>
        <p:txBody>
          <a:bodyPr spcFirstLastPara="1" wrap="square" lIns="67580" tIns="33848" rIns="67580" bIns="33848" anchor="ctr" anchorCtr="0">
            <a:noAutofit/>
          </a:bodyPr>
          <a:lstStyle/>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不要為了尋求刺激而喝酒、抽菸、吸毒、</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性交，勉強地讓自己興奮起來，</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不要動武，而是要依循理致自然地做。</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要如季節更迭般順理地做才會萬事亨通。</a:t>
            </a:r>
          </a:p>
        </p:txBody>
      </p:sp>
    </p:spTree>
    <p:extLst>
      <p:ext uri="{BB962C8B-B14F-4D97-AF65-F5344CB8AC3E}">
        <p14:creationId xmlns:p14="http://schemas.microsoft.com/office/powerpoint/2010/main" val="707898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4EA95-994A-D2D3-A645-D65E44CFD46A}"/>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CADC0E71-D47F-6091-BEAD-0207E7557C97}"/>
              </a:ext>
            </a:extLst>
          </p:cNvPr>
          <p:cNvSpPr txBox="1">
            <a:spLocks noChangeAspect="1"/>
          </p:cNvSpPr>
          <p:nvPr/>
        </p:nvSpPr>
        <p:spPr>
          <a:xfrm>
            <a:off x="846000" y="789750"/>
            <a:ext cx="7452000" cy="3564000"/>
          </a:xfrm>
          <a:prstGeom prst="rect">
            <a:avLst/>
          </a:prstGeom>
          <a:noFill/>
          <a:ln>
            <a:noFill/>
          </a:ln>
        </p:spPr>
        <p:txBody>
          <a:bodyPr spcFirstLastPara="1" wrap="square" lIns="67580" tIns="33848" rIns="67580" bIns="33848" anchor="ctr" anchorCtr="0">
            <a:noAutofit/>
          </a:bodyPr>
          <a:lstStyle/>
          <a:p>
            <a:pPr algn="ctr">
              <a:buClr>
                <a:srgbClr val="833C0B"/>
              </a:buClr>
              <a:buSzPts val="3700"/>
            </a:pPr>
            <a:endPar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endParaRP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要用希望來啟動義的腦內啡，</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使義的腦內啡發揮作用。</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要讓義的腦內啡在內心、想法、精神中</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都滿溢出來。</a:t>
            </a:r>
          </a:p>
        </p:txBody>
      </p:sp>
    </p:spTree>
    <p:extLst>
      <p:ext uri="{BB962C8B-B14F-4D97-AF65-F5344CB8AC3E}">
        <p14:creationId xmlns:p14="http://schemas.microsoft.com/office/powerpoint/2010/main" val="39261770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03AAA-AB54-663A-68C6-7F005E854EA6}"/>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2F7155F9-E846-D7A8-EA31-D4C19FB07093}"/>
              </a:ext>
            </a:extLst>
          </p:cNvPr>
          <p:cNvSpPr txBox="1">
            <a:spLocks noChangeAspect="1"/>
          </p:cNvSpPr>
          <p:nvPr/>
        </p:nvSpPr>
        <p:spPr>
          <a:xfrm>
            <a:off x="846000" y="790104"/>
            <a:ext cx="7452000" cy="3563291"/>
          </a:xfrm>
          <a:prstGeom prst="rect">
            <a:avLst/>
          </a:prstGeom>
          <a:noFill/>
          <a:ln>
            <a:noFill/>
          </a:ln>
        </p:spPr>
        <p:txBody>
          <a:bodyPr spcFirstLastPara="1" wrap="square" lIns="67580" tIns="33848" rIns="67580" bIns="33848" anchor="ctr" anchorCtr="0">
            <a:noAutofit/>
          </a:bodyPr>
          <a:lstStyle/>
          <a:p>
            <a:pPr>
              <a:spcBef>
                <a:spcPts val="1200"/>
              </a:spcBef>
              <a:buClr>
                <a:srgbClr val="833C0B"/>
              </a:buClr>
              <a:buSzPts val="3700"/>
            </a:pPr>
            <a:r>
              <a:rPr lang="en-US" altLang="zh-TW" sz="3000" b="1" dirty="0">
                <a:solidFill>
                  <a:srgbClr val="799BC1"/>
                </a:solidFill>
                <a:latin typeface="微軟正黑體" panose="020B0604030504040204" pitchFamily="34" charset="-120"/>
                <a:ea typeface="微軟正黑體" panose="020B0604030504040204" pitchFamily="34" charset="-120"/>
                <a:sym typeface="Microsoft JhengHei"/>
              </a:rPr>
              <a:t>【</a:t>
            </a:r>
            <a:r>
              <a:rPr lang="zh-TW" altLang="en-US" sz="3000" b="1" dirty="0">
                <a:solidFill>
                  <a:srgbClr val="799BC1"/>
                </a:solidFill>
                <a:latin typeface="微軟正黑體" panose="020B0604030504040204" pitchFamily="34" charset="-120"/>
                <a:ea typeface="微軟正黑體" panose="020B0604030504040204" pitchFamily="34" charset="-120"/>
                <a:sym typeface="Microsoft JhengHei"/>
              </a:rPr>
              <a:t>該</a:t>
            </a:r>
            <a:r>
              <a:rPr lang="en-US" altLang="zh-TW" sz="3000" b="1" dirty="0">
                <a:solidFill>
                  <a:srgbClr val="799BC1"/>
                </a:solidFill>
                <a:latin typeface="微軟正黑體" panose="020B0604030504040204" pitchFamily="34" charset="-120"/>
                <a:ea typeface="微軟正黑體" panose="020B0604030504040204" pitchFamily="34" charset="-120"/>
                <a:sym typeface="Microsoft JhengHei"/>
              </a:rPr>
              <a:t>1:14】</a:t>
            </a:r>
          </a:p>
          <a:p>
            <a:pPr>
              <a:spcBef>
                <a:spcPts val="1200"/>
              </a:spcBef>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耶和華激動猶大省長撒拉鐵的兒子所羅巴伯和約撒答的兒子大祭司約書亞，並剩下之</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百姓的心，他們就來為萬軍之耶和華－</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他們　神的殿做工。</a:t>
            </a:r>
          </a:p>
        </p:txBody>
      </p:sp>
    </p:spTree>
    <p:extLst>
      <p:ext uri="{BB962C8B-B14F-4D97-AF65-F5344CB8AC3E}">
        <p14:creationId xmlns:p14="http://schemas.microsoft.com/office/powerpoint/2010/main" val="2022690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0A68A-66ED-8DA5-54F2-2471493DC303}"/>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7016B364-0773-74A7-0D40-27ED315C3C43}"/>
              </a:ext>
            </a:extLst>
          </p:cNvPr>
          <p:cNvSpPr txBox="1">
            <a:spLocks noChangeAspect="1"/>
          </p:cNvSpPr>
          <p:nvPr/>
        </p:nvSpPr>
        <p:spPr>
          <a:xfrm>
            <a:off x="846000" y="789750"/>
            <a:ext cx="7452000" cy="3564000"/>
          </a:xfrm>
          <a:prstGeom prst="rect">
            <a:avLst/>
          </a:prstGeom>
          <a:noFill/>
          <a:ln>
            <a:noFill/>
          </a:ln>
        </p:spPr>
        <p:txBody>
          <a:bodyPr spcFirstLastPara="1" wrap="square" lIns="67580" tIns="33848" rIns="67580" bIns="33848" anchor="ctr" anchorCtr="0">
            <a:noAutofit/>
          </a:bodyPr>
          <a:lstStyle/>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應該要興奮起來做 神的事工。</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在展開 神的旨意時要喜悅並興奮，</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腦內啡才會如同火山那般爆發，不會中斷，</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所以每天都會喜悅，一輩子都會如此。</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阿們！</a:t>
            </a:r>
          </a:p>
        </p:txBody>
      </p:sp>
    </p:spTree>
    <p:extLst>
      <p:ext uri="{BB962C8B-B14F-4D97-AF65-F5344CB8AC3E}">
        <p14:creationId xmlns:p14="http://schemas.microsoft.com/office/powerpoint/2010/main" val="3177066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73EE7-756D-F97F-6C89-CE8911268257}"/>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5B7AEED7-C6D9-A59A-B832-6A0E1BD51A51}"/>
              </a:ext>
            </a:extLst>
          </p:cNvPr>
          <p:cNvSpPr txBox="1">
            <a:spLocks noChangeAspect="1"/>
          </p:cNvSpPr>
          <p:nvPr/>
        </p:nvSpPr>
        <p:spPr>
          <a:xfrm>
            <a:off x="846000" y="789750"/>
            <a:ext cx="7452000" cy="3564000"/>
          </a:xfrm>
          <a:prstGeom prst="rect">
            <a:avLst/>
          </a:prstGeom>
          <a:noFill/>
          <a:ln>
            <a:noFill/>
          </a:ln>
        </p:spPr>
        <p:txBody>
          <a:bodyPr spcFirstLastPara="1" wrap="square" lIns="67580" tIns="33848" rIns="67580" bIns="33848" anchor="ctr" anchorCtr="0">
            <a:noAutofit/>
          </a:bodyPr>
          <a:lstStyle/>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若在 神的靈臨到、</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充滿聖靈的情況下與主一起行動，</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就會如此，那喜悅會直沖天際。</a:t>
            </a:r>
          </a:p>
        </p:txBody>
      </p:sp>
    </p:spTree>
    <p:extLst>
      <p:ext uri="{BB962C8B-B14F-4D97-AF65-F5344CB8AC3E}">
        <p14:creationId xmlns:p14="http://schemas.microsoft.com/office/powerpoint/2010/main" val="13480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D8FC5-E965-AC32-0A9F-942A6820A555}"/>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A18B2EA4-9BB1-C5B3-3EFB-73A47AEFB6A0}"/>
              </a:ext>
            </a:extLst>
          </p:cNvPr>
          <p:cNvSpPr txBox="1">
            <a:spLocks noChangeAspect="1"/>
          </p:cNvSpPr>
          <p:nvPr/>
        </p:nvSpPr>
        <p:spPr>
          <a:xfrm>
            <a:off x="846000" y="789750"/>
            <a:ext cx="7452000" cy="3564000"/>
          </a:xfrm>
          <a:prstGeom prst="rect">
            <a:avLst/>
          </a:prstGeom>
          <a:noFill/>
          <a:ln>
            <a:noFill/>
          </a:ln>
        </p:spPr>
        <p:txBody>
          <a:bodyPr spcFirstLastPara="1" wrap="square" lIns="67580" tIns="33848" rIns="67580" bIns="33848" anchor="ctr" anchorCtr="0">
            <a:noAutofit/>
          </a:bodyPr>
          <a:lstStyle/>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人若聽到 神的話語會更加興奮，</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因為話語很屬靈。</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應該要營造出為義興奮的生活。</a:t>
            </a:r>
          </a:p>
        </p:txBody>
      </p:sp>
    </p:spTree>
    <p:extLst>
      <p:ext uri="{BB962C8B-B14F-4D97-AF65-F5344CB8AC3E}">
        <p14:creationId xmlns:p14="http://schemas.microsoft.com/office/powerpoint/2010/main" val="917816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F768A-10F0-99D1-2CAD-17CE31EC9258}"/>
            </a:ext>
          </a:extLst>
        </p:cNvPr>
        <p:cNvGrpSpPr/>
        <p:nvPr/>
      </p:nvGrpSpPr>
      <p:grpSpPr>
        <a:xfrm>
          <a:off x="0" y="0"/>
          <a:ext cx="0" cy="0"/>
          <a:chOff x="0" y="0"/>
          <a:chExt cx="0" cy="0"/>
        </a:xfrm>
      </p:grpSpPr>
      <p:sp>
        <p:nvSpPr>
          <p:cNvPr id="5" name="Google Shape;442;p1">
            <a:extLst>
              <a:ext uri="{FF2B5EF4-FFF2-40B4-BE49-F238E27FC236}">
                <a16:creationId xmlns:a16="http://schemas.microsoft.com/office/drawing/2014/main" id="{11779B1B-73C9-34BB-B3C7-C25CD49199A7}"/>
              </a:ext>
            </a:extLst>
          </p:cNvPr>
          <p:cNvSpPr txBox="1">
            <a:spLocks noChangeAspect="1"/>
          </p:cNvSpPr>
          <p:nvPr/>
        </p:nvSpPr>
        <p:spPr>
          <a:xfrm>
            <a:off x="846000" y="789750"/>
            <a:ext cx="7452000" cy="3564000"/>
          </a:xfrm>
          <a:prstGeom prst="rect">
            <a:avLst/>
          </a:prstGeom>
          <a:noFill/>
          <a:ln>
            <a:noFill/>
          </a:ln>
        </p:spPr>
        <p:txBody>
          <a:bodyPr spcFirstLastPara="1" wrap="square" lIns="67580" tIns="33848" rIns="67580" bIns="33848" anchor="ctr" anchorCtr="0">
            <a:noAutofit/>
          </a:bodyPr>
          <a:lstStyle/>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當萬物根據創造法則運行時，</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不要讓自己進入危險之中。避開吧！</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如同避開危險的機械，</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也如同在平交道閃避列車那般，</a:t>
            </a:r>
          </a:p>
          <a:p>
            <a:pPr algn="ctr">
              <a:buClr>
                <a:srgbClr val="833C0B"/>
              </a:buClr>
              <a:buSzPts val="3700"/>
            </a:pP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避開萬事的自然法則、國家法規、</a:t>
            </a:r>
            <a:br>
              <a:rPr lang="en-US" altLang="zh-TW"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br>
            <a:r>
              <a:rPr lang="zh-TW" altLang="en-US" sz="3000" b="1" dirty="0">
                <a:solidFill>
                  <a:srgbClr val="1B366A"/>
                </a:solidFill>
                <a:latin typeface="微軟正黑體" panose="020B0604030504040204" pitchFamily="34" charset="-120"/>
                <a:ea typeface="微軟正黑體" panose="020B0604030504040204" pitchFamily="34" charset="-120"/>
                <a:cs typeface="Microsoft JhengHei"/>
                <a:sym typeface="Microsoft JhengHei"/>
              </a:rPr>
              <a:t>患難與極端的事物吧！</a:t>
            </a:r>
          </a:p>
        </p:txBody>
      </p:sp>
    </p:spTree>
    <p:extLst>
      <p:ext uri="{BB962C8B-B14F-4D97-AF65-F5344CB8AC3E}">
        <p14:creationId xmlns:p14="http://schemas.microsoft.com/office/powerpoint/2010/main" val="28120459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18740-9D23-EC30-E28A-4495AD2BC6BA}"/>
            </a:ext>
          </a:extLst>
        </p:cNvPr>
        <p:cNvGrpSpPr/>
        <p:nvPr/>
      </p:nvGrpSpPr>
      <p:grpSpPr>
        <a:xfrm>
          <a:off x="0" y="0"/>
          <a:ext cx="0" cy="0"/>
          <a:chOff x="0" y="0"/>
          <a:chExt cx="0" cy="0"/>
        </a:xfrm>
      </p:grpSpPr>
      <p:sp>
        <p:nvSpPr>
          <p:cNvPr id="4" name="Google Shape;440;p1">
            <a:extLst>
              <a:ext uri="{FF2B5EF4-FFF2-40B4-BE49-F238E27FC236}">
                <a16:creationId xmlns:a16="http://schemas.microsoft.com/office/drawing/2014/main" id="{6B06A77A-8D88-0B4F-DF4B-620F694FECC6}"/>
              </a:ext>
            </a:extLst>
          </p:cNvPr>
          <p:cNvSpPr txBox="1">
            <a:spLocks noChangeAspect="1"/>
          </p:cNvSpPr>
          <p:nvPr/>
        </p:nvSpPr>
        <p:spPr>
          <a:xfrm>
            <a:off x="0" y="470546"/>
            <a:ext cx="3357563" cy="385763"/>
          </a:xfrm>
          <a:prstGeom prst="rect">
            <a:avLst/>
          </a:prstGeom>
          <a:noFill/>
          <a:ln>
            <a:noFill/>
          </a:ln>
        </p:spPr>
        <p:txBody>
          <a:bodyPr spcFirstLastPara="1" wrap="square" lIns="68430" tIns="34274" rIns="68430" bIns="34274" anchor="ctr" anchorCtr="0">
            <a:norm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90000"/>
              </a:lnSpc>
              <a:spcBef>
                <a:spcPts val="0"/>
              </a:spcBef>
              <a:spcAft>
                <a:spcPts val="0"/>
              </a:spcAft>
              <a:buClr>
                <a:srgbClr val="1E4E79"/>
              </a:buClr>
              <a:buSzPct val="100000"/>
              <a:buFont typeface="Calibri"/>
              <a:buNone/>
              <a:tabLst/>
              <a:defRPr/>
            </a:pPr>
            <a:r>
              <a:rPr kumimoji="0" lang="zh-TW" altLang="en-US" sz="1700" b="0" i="0" u="none" strike="noStrike" kern="0" cap="none" spc="0" normalizeH="0" baseline="0" noProof="0" dirty="0">
                <a:ln>
                  <a:noFill/>
                </a:ln>
                <a:solidFill>
                  <a:srgbClr val="806641"/>
                </a:solidFill>
                <a:effectLst/>
                <a:uLnTx/>
                <a:uFillTx/>
                <a:latin typeface="華康新特明體" panose="02020909000000000000" pitchFamily="49" charset="-120"/>
                <a:ea typeface="華康新特明體"/>
                <a:cs typeface="Microsoft JhengHei"/>
                <a:sym typeface="Microsoft JhengHei"/>
              </a:rPr>
              <a:t>  </a:t>
            </a:r>
            <a:r>
              <a:rPr kumimoji="0" lang="en-US" altLang="zh-TW" sz="1700" b="0" i="0" u="none" strike="noStrike" kern="0" cap="none" spc="0" normalizeH="0" baseline="0" noProof="0" dirty="0">
                <a:ln>
                  <a:noFill/>
                </a:ln>
                <a:solidFill>
                  <a:srgbClr val="806641"/>
                </a:solidFill>
                <a:effectLst/>
                <a:uLnTx/>
                <a:uFillTx/>
                <a:latin typeface="華康新特明體" panose="02020909000000000000" pitchFamily="49" charset="-120"/>
                <a:ea typeface="華康新特明體"/>
                <a:cs typeface="Microsoft JhengHei"/>
                <a:sym typeface="Microsoft JhengHei"/>
              </a:rPr>
              <a:t>20251231 </a:t>
            </a:r>
            <a:r>
              <a:rPr kumimoji="0" lang="zh-TW" altLang="en-US" sz="1700" b="0" i="0" u="none" strike="noStrike" kern="0" cap="none" spc="0" normalizeH="0" baseline="0" noProof="0" dirty="0">
                <a:ln>
                  <a:noFill/>
                </a:ln>
                <a:solidFill>
                  <a:srgbClr val="806641"/>
                </a:solidFill>
                <a:effectLst/>
                <a:uLnTx/>
                <a:uFillTx/>
                <a:latin typeface="華康新特明體" panose="02020909000000000000" pitchFamily="49" charset="-120"/>
                <a:ea typeface="華康新特明體"/>
                <a:cs typeface="Microsoft JhengHei"/>
                <a:sym typeface="Microsoft JhengHei"/>
              </a:rPr>
              <a:t>週三禮拜</a:t>
            </a:r>
            <a:endParaRPr kumimoji="0" lang="zh-TW" altLang="en-US" sz="1700" b="0" i="0" u="none" strike="noStrike" kern="0" cap="none" spc="0" normalizeH="0" baseline="0" noProof="0" dirty="0">
              <a:ln>
                <a:noFill/>
              </a:ln>
              <a:solidFill>
                <a:srgbClr val="806641"/>
              </a:solidFill>
              <a:effectLst/>
              <a:uLnTx/>
              <a:uFillTx/>
              <a:latin typeface="華康新特明體" panose="02020909000000000000" pitchFamily="49" charset="-120"/>
              <a:ea typeface="華康新特明體"/>
              <a:cs typeface="Calibri"/>
              <a:sym typeface="Calibri"/>
            </a:endParaRPr>
          </a:p>
        </p:txBody>
      </p:sp>
      <p:sp>
        <p:nvSpPr>
          <p:cNvPr id="8" name="Google Shape;442;p1">
            <a:extLst>
              <a:ext uri="{FF2B5EF4-FFF2-40B4-BE49-F238E27FC236}">
                <a16:creationId xmlns:a16="http://schemas.microsoft.com/office/drawing/2014/main" id="{0904DB4D-4A51-B764-BA7B-D457BC601975}"/>
              </a:ext>
            </a:extLst>
          </p:cNvPr>
          <p:cNvSpPr txBox="1">
            <a:spLocks noChangeAspect="1"/>
          </p:cNvSpPr>
          <p:nvPr/>
        </p:nvSpPr>
        <p:spPr>
          <a:xfrm>
            <a:off x="813161" y="1570113"/>
            <a:ext cx="7517675" cy="1664199"/>
          </a:xfrm>
          <a:prstGeom prst="rect">
            <a:avLst/>
          </a:prstGeom>
          <a:noFill/>
          <a:ln>
            <a:noFill/>
          </a:ln>
        </p:spPr>
        <p:txBody>
          <a:bodyPr spcFirstLastPara="1" wrap="square" lIns="67580" tIns="33848" rIns="67580" bIns="33848" anchor="ctr" anchorCtr="0">
            <a:noAutofit/>
          </a:bodyPr>
          <a:lstStyle/>
          <a:p>
            <a:pPr lvl="0" algn="ctr">
              <a:defRPr/>
            </a:pPr>
            <a:r>
              <a:rPr lang="zh-TW" altLang="en-US" sz="3500" dirty="0">
                <a:solidFill>
                  <a:srgbClr val="1B366A"/>
                </a:solidFill>
                <a:latin typeface="華康新特明體" panose="02020909000000000000" pitchFamily="49" charset="-120"/>
                <a:ea typeface="華康新特明體" panose="02020909000000000000" pitchFamily="49" charset="-120"/>
                <a:sym typeface="Microsoft JhengHei"/>
              </a:rPr>
              <a:t>要避開才能活 </a:t>
            </a:r>
          </a:p>
          <a:p>
            <a:pPr lvl="0" algn="ctr">
              <a:defRPr/>
            </a:pPr>
            <a:r>
              <a:rPr lang="zh-TW" altLang="en-US" sz="3500" dirty="0">
                <a:solidFill>
                  <a:srgbClr val="1B366A"/>
                </a:solidFill>
                <a:latin typeface="華康新特明體" panose="02020909000000000000" pitchFamily="49" charset="-120"/>
                <a:ea typeface="華康新特明體" panose="02020909000000000000" pitchFamily="49" charset="-120"/>
                <a:sym typeface="Microsoft JhengHei"/>
              </a:rPr>
              <a:t>這就是天的法則</a:t>
            </a:r>
            <a:endParaRPr kumimoji="0" lang="zh-TW" alt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9" name="副標題 2">
            <a:extLst>
              <a:ext uri="{FF2B5EF4-FFF2-40B4-BE49-F238E27FC236}">
                <a16:creationId xmlns:a16="http://schemas.microsoft.com/office/drawing/2014/main" id="{4BD379C4-F0FD-1096-0DFD-FADEA83725C4}"/>
              </a:ext>
            </a:extLst>
          </p:cNvPr>
          <p:cNvSpPr>
            <a:spLocks noGrp="1"/>
          </p:cNvSpPr>
          <p:nvPr>
            <p:ph type="subTitle" idx="1"/>
          </p:nvPr>
        </p:nvSpPr>
        <p:spPr>
          <a:xfrm>
            <a:off x="1114109" y="3435497"/>
            <a:ext cx="6915777" cy="774762"/>
          </a:xfrm>
        </p:spPr>
        <p:txBody>
          <a:bodyPr>
            <a:normAutofit/>
          </a:bodyPr>
          <a:lstStyle/>
          <a:p>
            <a:pPr marL="0" lvl="0" indent="0">
              <a:lnSpc>
                <a:spcPct val="100000"/>
              </a:lnSpc>
              <a:spcBef>
                <a:spcPts val="0"/>
              </a:spcBef>
              <a:buClr>
                <a:srgbClr val="833C0B"/>
              </a:buClr>
              <a:buSzPts val="2400"/>
              <a:defRPr/>
            </a:pPr>
            <a:r>
              <a:rPr kumimoji="0" lang="en-US" altLang="zh-TW"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a:t>
            </a:r>
            <a:r>
              <a:rPr lang="zh-TW" altLang="en-US" sz="1900" dirty="0">
                <a:solidFill>
                  <a:srgbClr val="1B366A"/>
                </a:solidFill>
                <a:latin typeface="華康新特明體"/>
                <a:ea typeface="華康新特明體"/>
                <a:cs typeface="Microsoft JhengHei"/>
                <a:sym typeface="Microsoft JhengHei"/>
              </a:rPr>
              <a:t>箴言</a:t>
            </a:r>
            <a:r>
              <a:rPr lang="en-US" altLang="zh-TW" sz="1900" dirty="0">
                <a:solidFill>
                  <a:srgbClr val="1B366A"/>
                </a:solidFill>
                <a:latin typeface="華康新特明體"/>
                <a:ea typeface="華康新特明體"/>
                <a:cs typeface="Microsoft JhengHei"/>
                <a:sym typeface="Microsoft JhengHei"/>
              </a:rPr>
              <a:t>27</a:t>
            </a:r>
            <a:r>
              <a:rPr lang="zh-TW" altLang="en-US" sz="1900" dirty="0">
                <a:solidFill>
                  <a:srgbClr val="1B366A"/>
                </a:solidFill>
                <a:latin typeface="華康新特明體"/>
                <a:ea typeface="華康新特明體"/>
                <a:cs typeface="Microsoft JhengHei"/>
                <a:sym typeface="Microsoft JhengHei"/>
              </a:rPr>
              <a:t>章</a:t>
            </a:r>
            <a:r>
              <a:rPr lang="en-US" altLang="zh-TW" sz="1900" dirty="0">
                <a:solidFill>
                  <a:srgbClr val="1B366A"/>
                </a:solidFill>
                <a:latin typeface="華康新特明體"/>
                <a:ea typeface="華康新特明體"/>
                <a:cs typeface="Microsoft JhengHei"/>
                <a:sym typeface="Microsoft JhengHei"/>
              </a:rPr>
              <a:t>12</a:t>
            </a:r>
            <a:r>
              <a:rPr lang="zh-TW" altLang="en-US" sz="1900" dirty="0">
                <a:solidFill>
                  <a:srgbClr val="1B366A"/>
                </a:solidFill>
                <a:latin typeface="華康新特明體"/>
                <a:ea typeface="華康新特明體"/>
                <a:cs typeface="Microsoft JhengHei"/>
                <a:sym typeface="Microsoft JhengHei"/>
              </a:rPr>
              <a:t>節、詩篇</a:t>
            </a:r>
            <a:r>
              <a:rPr lang="en-US" altLang="zh-TW" sz="1900" dirty="0">
                <a:solidFill>
                  <a:srgbClr val="1B366A"/>
                </a:solidFill>
                <a:latin typeface="華康新特明體"/>
                <a:ea typeface="華康新特明體"/>
                <a:cs typeface="Microsoft JhengHei"/>
                <a:sym typeface="Microsoft JhengHei"/>
              </a:rPr>
              <a:t>46</a:t>
            </a:r>
            <a:r>
              <a:rPr lang="zh-TW" altLang="en-US" sz="1900" dirty="0">
                <a:solidFill>
                  <a:srgbClr val="1B366A"/>
                </a:solidFill>
                <a:latin typeface="華康新特明體"/>
                <a:ea typeface="華康新特明體"/>
                <a:cs typeface="Microsoft JhengHei"/>
                <a:sym typeface="Microsoft JhengHei"/>
              </a:rPr>
              <a:t>篇</a:t>
            </a:r>
            <a:r>
              <a:rPr lang="en-US" altLang="zh-TW" sz="1900" dirty="0">
                <a:solidFill>
                  <a:srgbClr val="1B366A"/>
                </a:solidFill>
                <a:latin typeface="華康新特明體"/>
                <a:ea typeface="華康新特明體"/>
                <a:cs typeface="Microsoft JhengHei"/>
                <a:sym typeface="Microsoft JhengHei"/>
              </a:rPr>
              <a:t>1</a:t>
            </a:r>
            <a:r>
              <a:rPr lang="zh-TW" altLang="en-US" sz="1900" dirty="0">
                <a:solidFill>
                  <a:srgbClr val="1B366A"/>
                </a:solidFill>
                <a:latin typeface="華康新特明體"/>
                <a:ea typeface="華康新特明體"/>
                <a:cs typeface="Microsoft JhengHei"/>
                <a:sym typeface="Microsoft JhengHei"/>
              </a:rPr>
              <a:t>節</a:t>
            </a:r>
            <a:r>
              <a:rPr kumimoji="0" lang="en-US" altLang="zh-TW"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a:t>
            </a:r>
          </a:p>
        </p:txBody>
      </p:sp>
    </p:spTree>
    <p:extLst>
      <p:ext uri="{BB962C8B-B14F-4D97-AF65-F5344CB8AC3E}">
        <p14:creationId xmlns:p14="http://schemas.microsoft.com/office/powerpoint/2010/main" val="34592620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D3183-48AC-3D70-9162-E9302FE7F01B}"/>
            </a:ext>
          </a:extLst>
        </p:cNvPr>
        <p:cNvGrpSpPr/>
        <p:nvPr/>
      </p:nvGrpSpPr>
      <p:grpSpPr>
        <a:xfrm>
          <a:off x="0" y="0"/>
          <a:ext cx="0" cy="0"/>
          <a:chOff x="0" y="0"/>
          <a:chExt cx="0" cy="0"/>
        </a:xfrm>
      </p:grpSpPr>
      <p:sp>
        <p:nvSpPr>
          <p:cNvPr id="4" name="Google Shape;440;p1">
            <a:extLst>
              <a:ext uri="{FF2B5EF4-FFF2-40B4-BE49-F238E27FC236}">
                <a16:creationId xmlns:a16="http://schemas.microsoft.com/office/drawing/2014/main" id="{DB4D0F8E-D16B-DDDC-22C3-A04FDC5B1B51}"/>
              </a:ext>
            </a:extLst>
          </p:cNvPr>
          <p:cNvSpPr txBox="1">
            <a:spLocks noChangeAspect="1"/>
          </p:cNvSpPr>
          <p:nvPr/>
        </p:nvSpPr>
        <p:spPr>
          <a:xfrm>
            <a:off x="0" y="470546"/>
            <a:ext cx="3357563" cy="385763"/>
          </a:xfrm>
          <a:prstGeom prst="rect">
            <a:avLst/>
          </a:prstGeom>
          <a:noFill/>
          <a:ln>
            <a:noFill/>
          </a:ln>
        </p:spPr>
        <p:txBody>
          <a:bodyPr spcFirstLastPara="1" wrap="square" lIns="68430" tIns="34274" rIns="68430" bIns="34274" anchor="ctr" anchorCtr="0">
            <a:norm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90000"/>
              </a:lnSpc>
              <a:spcBef>
                <a:spcPts val="0"/>
              </a:spcBef>
              <a:spcAft>
                <a:spcPts val="0"/>
              </a:spcAft>
              <a:buClr>
                <a:srgbClr val="1E4E79"/>
              </a:buClr>
              <a:buSzPct val="100000"/>
              <a:buFont typeface="Calibri"/>
              <a:buNone/>
              <a:tabLst/>
              <a:defRPr/>
            </a:pPr>
            <a:r>
              <a:rPr kumimoji="0" lang="zh-TW" altLang="en-US" sz="1700" b="0" i="0" u="none" strike="noStrike" kern="0" cap="none" spc="0" normalizeH="0" baseline="0" noProof="0" dirty="0">
                <a:ln>
                  <a:noFill/>
                </a:ln>
                <a:solidFill>
                  <a:srgbClr val="806641"/>
                </a:solidFill>
                <a:effectLst/>
                <a:uLnTx/>
                <a:uFillTx/>
                <a:latin typeface="華康新特明體" panose="02020909000000000000" pitchFamily="49" charset="-120"/>
                <a:ea typeface="華康新特明體"/>
                <a:cs typeface="Microsoft JhengHei"/>
                <a:sym typeface="Microsoft JhengHei"/>
              </a:rPr>
              <a:t>  </a:t>
            </a:r>
            <a:r>
              <a:rPr kumimoji="0" lang="en-US" altLang="zh-TW" sz="1700" b="0" i="0" u="none" strike="noStrike" kern="0" cap="none" spc="0" normalizeH="0" baseline="0" noProof="0" dirty="0">
                <a:ln>
                  <a:noFill/>
                </a:ln>
                <a:solidFill>
                  <a:srgbClr val="806641"/>
                </a:solidFill>
                <a:effectLst/>
                <a:uLnTx/>
                <a:uFillTx/>
                <a:latin typeface="華康新特明體" panose="02020909000000000000" pitchFamily="49" charset="-120"/>
                <a:ea typeface="華康新特明體"/>
                <a:cs typeface="Microsoft JhengHei"/>
                <a:sym typeface="Microsoft JhengHei"/>
              </a:rPr>
              <a:t>20251231 </a:t>
            </a:r>
            <a:r>
              <a:rPr kumimoji="0" lang="zh-TW" altLang="en-US" sz="1700" b="0" i="0" u="none" strike="noStrike" kern="0" cap="none" spc="0" normalizeH="0" baseline="0" noProof="0" dirty="0">
                <a:ln>
                  <a:noFill/>
                </a:ln>
                <a:solidFill>
                  <a:srgbClr val="806641"/>
                </a:solidFill>
                <a:effectLst/>
                <a:uLnTx/>
                <a:uFillTx/>
                <a:latin typeface="華康新特明體" panose="02020909000000000000" pitchFamily="49" charset="-120"/>
                <a:ea typeface="華康新特明體"/>
                <a:cs typeface="Microsoft JhengHei"/>
                <a:sym typeface="Microsoft JhengHei"/>
              </a:rPr>
              <a:t>週三禮拜</a:t>
            </a:r>
            <a:endParaRPr kumimoji="0" lang="zh-TW" altLang="en-US" sz="1700" b="0" i="0" u="none" strike="noStrike" kern="0" cap="none" spc="0" normalizeH="0" baseline="0" noProof="0" dirty="0">
              <a:ln>
                <a:noFill/>
              </a:ln>
              <a:solidFill>
                <a:srgbClr val="806641"/>
              </a:solidFill>
              <a:effectLst/>
              <a:uLnTx/>
              <a:uFillTx/>
              <a:latin typeface="華康新特明體" panose="02020909000000000000" pitchFamily="49" charset="-120"/>
              <a:ea typeface="華康新特明體"/>
              <a:cs typeface="Calibri"/>
              <a:sym typeface="Calibri"/>
            </a:endParaRPr>
          </a:p>
        </p:txBody>
      </p:sp>
      <p:sp>
        <p:nvSpPr>
          <p:cNvPr id="8" name="Google Shape;442;p1">
            <a:extLst>
              <a:ext uri="{FF2B5EF4-FFF2-40B4-BE49-F238E27FC236}">
                <a16:creationId xmlns:a16="http://schemas.microsoft.com/office/drawing/2014/main" id="{82E9556A-AA99-72F0-2028-3594F58A23E6}"/>
              </a:ext>
            </a:extLst>
          </p:cNvPr>
          <p:cNvSpPr txBox="1">
            <a:spLocks noChangeAspect="1"/>
          </p:cNvSpPr>
          <p:nvPr/>
        </p:nvSpPr>
        <p:spPr>
          <a:xfrm>
            <a:off x="813161" y="1570113"/>
            <a:ext cx="7517675" cy="1664199"/>
          </a:xfrm>
          <a:prstGeom prst="rect">
            <a:avLst/>
          </a:prstGeom>
          <a:noFill/>
          <a:ln>
            <a:noFill/>
          </a:ln>
        </p:spPr>
        <p:txBody>
          <a:bodyPr spcFirstLastPara="1" wrap="square" lIns="67580" tIns="33848" rIns="67580" bIns="33848" anchor="ctr" anchorCtr="0">
            <a:noAutofit/>
          </a:bodyPr>
          <a:lstStyle/>
          <a:p>
            <a:pPr lvl="0" algn="ctr">
              <a:defRPr/>
            </a:pPr>
            <a:r>
              <a:rPr lang="zh-TW" altLang="en-US" sz="3500" dirty="0">
                <a:solidFill>
                  <a:srgbClr val="1B366A"/>
                </a:solidFill>
                <a:latin typeface="華康新特明體" panose="02020909000000000000" pitchFamily="49" charset="-120"/>
                <a:ea typeface="華康新特明體" panose="02020909000000000000" pitchFamily="49" charset="-120"/>
                <a:sym typeface="Microsoft JhengHei"/>
              </a:rPr>
              <a:t>要避開才能活 </a:t>
            </a:r>
          </a:p>
          <a:p>
            <a:pPr lvl="0" algn="ctr">
              <a:defRPr/>
            </a:pPr>
            <a:r>
              <a:rPr lang="zh-TW" altLang="en-US" sz="3500" dirty="0">
                <a:solidFill>
                  <a:srgbClr val="1B366A"/>
                </a:solidFill>
                <a:latin typeface="華康新特明體" panose="02020909000000000000" pitchFamily="49" charset="-120"/>
                <a:ea typeface="華康新特明體" panose="02020909000000000000" pitchFamily="49" charset="-120"/>
                <a:sym typeface="Microsoft JhengHei"/>
              </a:rPr>
              <a:t>這就是天的法則</a:t>
            </a:r>
            <a:endParaRPr kumimoji="0" lang="zh-TW" alt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9" name="副標題 2">
            <a:extLst>
              <a:ext uri="{FF2B5EF4-FFF2-40B4-BE49-F238E27FC236}">
                <a16:creationId xmlns:a16="http://schemas.microsoft.com/office/drawing/2014/main" id="{7BB7AE0B-C362-698C-6277-C288895863D2}"/>
              </a:ext>
            </a:extLst>
          </p:cNvPr>
          <p:cNvSpPr>
            <a:spLocks noGrp="1"/>
          </p:cNvSpPr>
          <p:nvPr>
            <p:ph type="subTitle" idx="1"/>
          </p:nvPr>
        </p:nvSpPr>
        <p:spPr>
          <a:xfrm>
            <a:off x="1114109" y="3435497"/>
            <a:ext cx="6915777" cy="774762"/>
          </a:xfrm>
        </p:spPr>
        <p:txBody>
          <a:bodyPr>
            <a:normAutofit/>
          </a:bodyPr>
          <a:lstStyle/>
          <a:p>
            <a:pPr marL="0" lvl="0" indent="0">
              <a:lnSpc>
                <a:spcPct val="100000"/>
              </a:lnSpc>
              <a:spcBef>
                <a:spcPts val="0"/>
              </a:spcBef>
              <a:buClr>
                <a:srgbClr val="833C0B"/>
              </a:buClr>
              <a:buSzPts val="2400"/>
              <a:defRPr/>
            </a:pPr>
            <a:r>
              <a:rPr kumimoji="0" lang="en-US" altLang="zh-TW"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a:t>
            </a:r>
            <a:r>
              <a:rPr lang="zh-TW" altLang="en-US" sz="1900" dirty="0">
                <a:solidFill>
                  <a:srgbClr val="1B366A"/>
                </a:solidFill>
                <a:latin typeface="華康新特明體"/>
                <a:ea typeface="華康新特明體"/>
                <a:cs typeface="Microsoft JhengHei"/>
                <a:sym typeface="Microsoft JhengHei"/>
              </a:rPr>
              <a:t>箴言</a:t>
            </a:r>
            <a:r>
              <a:rPr lang="en-US" altLang="zh-TW" sz="1900" dirty="0">
                <a:solidFill>
                  <a:srgbClr val="1B366A"/>
                </a:solidFill>
                <a:latin typeface="華康新特明體"/>
                <a:ea typeface="華康新特明體"/>
                <a:cs typeface="Microsoft JhengHei"/>
                <a:sym typeface="Microsoft JhengHei"/>
              </a:rPr>
              <a:t>27</a:t>
            </a:r>
            <a:r>
              <a:rPr lang="zh-TW" altLang="en-US" sz="1900" dirty="0">
                <a:solidFill>
                  <a:srgbClr val="1B366A"/>
                </a:solidFill>
                <a:latin typeface="華康新特明體"/>
                <a:ea typeface="華康新特明體"/>
                <a:cs typeface="Microsoft JhengHei"/>
                <a:sym typeface="Microsoft JhengHei"/>
              </a:rPr>
              <a:t>章</a:t>
            </a:r>
            <a:r>
              <a:rPr lang="en-US" altLang="zh-TW" sz="1900" dirty="0">
                <a:solidFill>
                  <a:srgbClr val="1B366A"/>
                </a:solidFill>
                <a:latin typeface="華康新特明體"/>
                <a:ea typeface="華康新特明體"/>
                <a:cs typeface="Microsoft JhengHei"/>
                <a:sym typeface="Microsoft JhengHei"/>
              </a:rPr>
              <a:t>12</a:t>
            </a:r>
            <a:r>
              <a:rPr lang="zh-TW" altLang="en-US" sz="1900" dirty="0">
                <a:solidFill>
                  <a:srgbClr val="1B366A"/>
                </a:solidFill>
                <a:latin typeface="華康新特明體"/>
                <a:ea typeface="華康新特明體"/>
                <a:cs typeface="Microsoft JhengHei"/>
                <a:sym typeface="Microsoft JhengHei"/>
              </a:rPr>
              <a:t>節、詩篇</a:t>
            </a:r>
            <a:r>
              <a:rPr lang="en-US" altLang="zh-TW" sz="1900" dirty="0">
                <a:solidFill>
                  <a:srgbClr val="1B366A"/>
                </a:solidFill>
                <a:latin typeface="華康新特明體"/>
                <a:ea typeface="華康新特明體"/>
                <a:cs typeface="Microsoft JhengHei"/>
                <a:sym typeface="Microsoft JhengHei"/>
              </a:rPr>
              <a:t>46</a:t>
            </a:r>
            <a:r>
              <a:rPr lang="zh-TW" altLang="en-US" sz="1900" dirty="0">
                <a:solidFill>
                  <a:srgbClr val="1B366A"/>
                </a:solidFill>
                <a:latin typeface="華康新特明體"/>
                <a:ea typeface="華康新特明體"/>
                <a:cs typeface="Microsoft JhengHei"/>
                <a:sym typeface="Microsoft JhengHei"/>
              </a:rPr>
              <a:t>篇</a:t>
            </a:r>
            <a:r>
              <a:rPr lang="en-US" altLang="zh-TW" sz="1900" dirty="0">
                <a:solidFill>
                  <a:srgbClr val="1B366A"/>
                </a:solidFill>
                <a:latin typeface="華康新特明體"/>
                <a:ea typeface="華康新特明體"/>
                <a:cs typeface="Microsoft JhengHei"/>
                <a:sym typeface="Microsoft JhengHei"/>
              </a:rPr>
              <a:t>1</a:t>
            </a:r>
            <a:r>
              <a:rPr lang="zh-TW" altLang="en-US" sz="1900" dirty="0">
                <a:solidFill>
                  <a:srgbClr val="1B366A"/>
                </a:solidFill>
                <a:latin typeface="華康新特明體"/>
                <a:ea typeface="華康新特明體"/>
                <a:cs typeface="Microsoft JhengHei"/>
                <a:sym typeface="Microsoft JhengHei"/>
              </a:rPr>
              <a:t>節</a:t>
            </a:r>
            <a:r>
              <a:rPr kumimoji="0" lang="en-US" altLang="zh-TW" sz="1900" b="0" i="0" u="none" strike="noStrike" kern="0" cap="none" spc="0" normalizeH="0" baseline="0" noProof="0" dirty="0">
                <a:ln>
                  <a:noFill/>
                </a:ln>
                <a:solidFill>
                  <a:srgbClr val="1B366A"/>
                </a:solidFill>
                <a:effectLst/>
                <a:uLnTx/>
                <a:uFillTx/>
                <a:latin typeface="華康新特明體" panose="02020909000000000000" pitchFamily="49" charset="-120"/>
                <a:ea typeface="華康新特明體"/>
                <a:cs typeface="Microsoft JhengHei"/>
                <a:sym typeface="Microsoft JhengHei"/>
              </a:rPr>
              <a:t>】</a:t>
            </a:r>
          </a:p>
        </p:txBody>
      </p:sp>
      <p:sp>
        <p:nvSpPr>
          <p:cNvPr id="2" name="Google Shape;443;p1">
            <a:extLst>
              <a:ext uri="{FF2B5EF4-FFF2-40B4-BE49-F238E27FC236}">
                <a16:creationId xmlns:a16="http://schemas.microsoft.com/office/drawing/2014/main" id="{07419B2A-FCF0-CCB5-CA54-1F5B55711F9A}"/>
              </a:ext>
            </a:extLst>
          </p:cNvPr>
          <p:cNvSpPr>
            <a:spLocks noChangeAspect="1"/>
          </p:cNvSpPr>
          <p:nvPr/>
        </p:nvSpPr>
        <p:spPr>
          <a:xfrm>
            <a:off x="863153" y="4077385"/>
            <a:ext cx="7445829" cy="361605"/>
          </a:xfrm>
          <a:prstGeom prst="rect">
            <a:avLst/>
          </a:prstGeom>
          <a:noFill/>
          <a:ln>
            <a:noFill/>
          </a:ln>
        </p:spPr>
        <p:txBody>
          <a:bodyPr spcFirstLastPara="1" wrap="square" lIns="68430" tIns="34274" rIns="68430" bIns="34274"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zh-TW" altLang="en-US" sz="1900" b="0" i="0" u="none" strike="noStrike" kern="0" cap="none" spc="0" normalizeH="0" baseline="0" noProof="0" dirty="0">
                <a:ln>
                  <a:noFill/>
                </a:ln>
                <a:solidFill>
                  <a:srgbClr val="4A6998"/>
                </a:solidFill>
                <a:effectLst/>
                <a:uLnTx/>
                <a:uFillTx/>
                <a:latin typeface="華康新特明體" panose="02020909000000000000" pitchFamily="49" charset="-120"/>
                <a:ea typeface="華康新特明體" panose="02020909000000000000" pitchFamily="49" charset="-120"/>
                <a:cs typeface="Calibri"/>
                <a:sym typeface="Calibri"/>
              </a:rPr>
              <a:t>報告稍後開始</a:t>
            </a:r>
          </a:p>
        </p:txBody>
      </p:sp>
    </p:spTree>
    <p:extLst>
      <p:ext uri="{BB962C8B-B14F-4D97-AF65-F5344CB8AC3E}">
        <p14:creationId xmlns:p14="http://schemas.microsoft.com/office/powerpoint/2010/main" val="1514276806"/>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7_Office 佈景主題">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清晰度">
  <a:themeElements>
    <a:clrScheme name="清晰度">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古典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清晰度">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3.xml><?xml version="1.0" encoding="utf-8"?>
<a:theme xmlns:a="http://schemas.openxmlformats.org/drawingml/2006/main" name="Office 佈景主題">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41251</TotalTime>
  <Words>955</Words>
  <Application>Microsoft Macintosh PowerPoint</Application>
  <PresentationFormat>如螢幕大小 (16:9)</PresentationFormat>
  <Paragraphs>80</Paragraphs>
  <Slides>29</Slides>
  <Notes>0</Notes>
  <HiddenSlides>0</HiddenSlides>
  <MMClips>0</MMClips>
  <ScaleCrop>false</ScaleCrop>
  <HeadingPairs>
    <vt:vector size="6" baseType="variant">
      <vt:variant>
        <vt:lpstr>使用字型</vt:lpstr>
      </vt:variant>
      <vt:variant>
        <vt:i4>4</vt:i4>
      </vt:variant>
      <vt:variant>
        <vt:lpstr>佈景主題</vt:lpstr>
      </vt:variant>
      <vt:variant>
        <vt:i4>2</vt:i4>
      </vt:variant>
      <vt:variant>
        <vt:lpstr>投影片標題</vt:lpstr>
      </vt:variant>
      <vt:variant>
        <vt:i4>29</vt:i4>
      </vt:variant>
    </vt:vector>
  </HeadingPairs>
  <TitlesOfParts>
    <vt:vector size="35" baseType="lpstr">
      <vt:lpstr>華康新特明體</vt:lpstr>
      <vt:lpstr>微軟正黑體</vt:lpstr>
      <vt:lpstr>Arial</vt:lpstr>
      <vt:lpstr>Calibri</vt:lpstr>
      <vt:lpstr>7_Office 佈景主題</vt:lpstr>
      <vt:lpstr>清晰度</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2022年8月24日 週三禮拜</dc:title>
  <dc:creator>erica</dc:creator>
  <cp:lastModifiedBy>Microsoft Office User</cp:lastModifiedBy>
  <cp:revision>403</cp:revision>
  <dcterms:created xsi:type="dcterms:W3CDTF">2020-07-22T10:19:15Z</dcterms:created>
  <dcterms:modified xsi:type="dcterms:W3CDTF">2026-01-03T15:13:04Z</dcterms:modified>
</cp:coreProperties>
</file>