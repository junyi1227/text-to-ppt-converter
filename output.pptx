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3" r:id="rId1"/>
    <p:sldMasterId id="2147483757" r:id="rId2"/>
  </p:sldMasterIdLst>
  <p:notesMasterIdLst>
    <p:notesMasterId r:id="rId3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10"/>
    <p:sldId id="278" r:id="rId3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預設章節" id="{CA83CB9E-D072-431C-962D-610E7F43C847}">
          <p14:sldIdLst>
            <p14:sldId id="4185"/>
            <p14:sldId id="4186"/>
            <p14:sldId id="3880"/>
            <p14:sldId id="540"/>
            <p14:sldId id="542"/>
            <p14:sldId id="4199"/>
            <p14:sldId id="4187"/>
          </p14:sldIdLst>
        </p14:section>
        <p14:section name="證道開始" id="{62A3EBEC-82BB-4F55-9008-02EF30F979DD}">
          <p14:sldIdLst>
            <p14:sldId id="4188"/>
            <p14:sldId id="496"/>
            <p14:sldId id="506"/>
            <p14:sldId id="4210"/>
            <p14:sldId id="4211"/>
            <p14:sldId id="508"/>
            <p14:sldId id="4212"/>
            <p14:sldId id="4213"/>
            <p14:sldId id="4214"/>
            <p14:sldId id="4215"/>
            <p14:sldId id="4216"/>
            <p14:sldId id="4217"/>
            <p14:sldId id="4218"/>
            <p14:sldId id="4219"/>
            <p14:sldId id="4220"/>
            <p14:sldId id="4221"/>
            <p14:sldId id="4222"/>
            <p14:sldId id="4223"/>
            <p14:sldId id="4224"/>
            <p14:sldId id="4225"/>
            <p14:sldId id="4207"/>
            <p14:sldId id="4208"/>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jrXXvwCYuda/bPSROeHAqKPlp2J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4C65"/>
    <a:srgbClr val="806641"/>
    <a:srgbClr val="557699"/>
    <a:srgbClr val="799BC1"/>
    <a:srgbClr val="4A6688"/>
    <a:srgbClr val="00FF00"/>
    <a:srgbClr val="CDAF8C"/>
    <a:srgbClr val="C2A54C"/>
    <a:srgbClr val="C09C42"/>
    <a:srgbClr val="CCB3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BA8BD6-1842-4F06-89CE-5183F9B3995F}" v="180" dt="2025-06-10T16:09:53.037"/>
  </p1510:revLst>
</p1510:revInfo>
</file>

<file path=ppt/tableStyles.xml><?xml version="1.0" encoding="utf-8"?>
<a:tblStyleLst xmlns:a="http://schemas.openxmlformats.org/drawingml/2006/main" def="{20ECC3CE-6273-49B4-965D-75127CFECDC9}">
  <a:tblStyle styleId="{20ECC3CE-6273-49B4-965D-75127CFECDC9}"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CFD7E7"/>
          </a:solidFill>
        </a:fill>
      </a:tcStyle>
    </a:wholeTbl>
    <a:band1H>
      <a:tcTxStyle/>
      <a:tcStyle>
        <a:tcBdr/>
      </a:tcStyle>
    </a:band1H>
    <a:band2H>
      <a:tcTxStyle b="off" i="off"/>
      <a:tcStyle>
        <a:tcBdr/>
        <a:fill>
          <a:solidFill>
            <a:srgbClr val="E8ECF4"/>
          </a:solidFill>
        </a:fill>
      </a:tcStyle>
    </a:band2H>
    <a:band1V>
      <a:tcTxStyle/>
      <a:tcStyle>
        <a:tcBdr/>
      </a:tcStyle>
    </a:band1V>
    <a:band2V>
      <a:tcTxStyle/>
      <a:tcStyle>
        <a:tcBdr/>
      </a:tcStyle>
    </a:band2V>
    <a:lastCol>
      <a:tcTxStyle/>
      <a:tcStyle>
        <a:tcBdr/>
      </a:tcStyle>
    </a:lastCol>
    <a:firstCol>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Col>
    <a:la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381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381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54" autoAdjust="0"/>
    <p:restoredTop sz="94280" autoAdjust="0"/>
  </p:normalViewPr>
  <p:slideViewPr>
    <p:cSldViewPr snapToGrid="0">
      <p:cViewPr varScale="1">
        <p:scale>
          <a:sx n="154" d="100"/>
          <a:sy n="154" d="100"/>
        </p:scale>
        <p:origin x="216" y="240"/>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10" Type="http://schemas.openxmlformats.org/officeDocument/2006/relationships/slide" Target="slides/slide22.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notesMaster" Target="notesMasters/notesMaster1.xml"/><Relationship Id="rId33" Type="http://schemas.openxmlformats.org/officeDocument/2006/relationships/slide" Target="slides/slide23.xml"/><Relationship Id="rId60" Type="http://customschemas.google.com/relationships/presentationmetadata" Target="metadata"/><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 Id="rId65" Type="http://schemas.microsoft.com/office/2016/11/relationships/changesInfo" Target="changesInfos/changesInfo1.xml"/><Relationship Id="rId6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a GONG" userId="aae305b9b20bbbab" providerId="Windows Live" clId="Web-{7ABA8BD6-1842-4F06-89CE-5183F9B3995F}"/>
    <pc:docChg chg="addSld delSld modSld modSection">
      <pc:chgData name="Erica GONG" userId="aae305b9b20bbbab" providerId="Windows Live" clId="Web-{7ABA8BD6-1842-4F06-89CE-5183F9B3995F}" dt="2025-06-10T16:09:53.037" v="165"/>
      <pc:docMkLst>
        <pc:docMk/>
      </pc:docMkLst>
      <pc:sldChg chg="del">
        <pc:chgData name="Erica GONG" userId="aae305b9b20bbbab" providerId="Windows Live" clId="Web-{7ABA8BD6-1842-4F06-89CE-5183F9B3995F}" dt="2025-06-10T16:05:17.706" v="154"/>
        <pc:sldMkLst>
          <pc:docMk/>
          <pc:sldMk cId="1764424206" sldId="257"/>
        </pc:sldMkLst>
      </pc:sldChg>
      <pc:sldChg chg="del">
        <pc:chgData name="Erica GONG" userId="aae305b9b20bbbab" providerId="Windows Live" clId="Web-{7ABA8BD6-1842-4F06-89CE-5183F9B3995F}" dt="2025-06-10T16:05:17.690" v="152"/>
        <pc:sldMkLst>
          <pc:docMk/>
          <pc:sldMk cId="4137929811" sldId="258"/>
        </pc:sldMkLst>
      </pc:sldChg>
      <pc:sldChg chg="del">
        <pc:chgData name="Erica GONG" userId="aae305b9b20bbbab" providerId="Windows Live" clId="Web-{7ABA8BD6-1842-4F06-89CE-5183F9B3995F}" dt="2025-06-10T16:05:17.690" v="151"/>
        <pc:sldMkLst>
          <pc:docMk/>
          <pc:sldMk cId="1567777482" sldId="259"/>
        </pc:sldMkLst>
      </pc:sldChg>
      <pc:sldChg chg="del">
        <pc:chgData name="Erica GONG" userId="aae305b9b20bbbab" providerId="Windows Live" clId="Web-{7ABA8BD6-1842-4F06-89CE-5183F9B3995F}" dt="2025-06-10T16:05:17.690" v="150"/>
        <pc:sldMkLst>
          <pc:docMk/>
          <pc:sldMk cId="4068908457" sldId="260"/>
        </pc:sldMkLst>
      </pc:sldChg>
      <pc:sldChg chg="del">
        <pc:chgData name="Erica GONG" userId="aae305b9b20bbbab" providerId="Windows Live" clId="Web-{7ABA8BD6-1842-4F06-89CE-5183F9B3995F}" dt="2025-06-10T16:05:17.706" v="153"/>
        <pc:sldMkLst>
          <pc:docMk/>
          <pc:sldMk cId="1556650916" sldId="264"/>
        </pc:sldMkLst>
      </pc:sldChg>
      <pc:sldChg chg="del">
        <pc:chgData name="Erica GONG" userId="aae305b9b20bbbab" providerId="Windows Live" clId="Web-{7ABA8BD6-1842-4F06-89CE-5183F9B3995F}" dt="2025-06-10T16:05:17.690" v="149"/>
        <pc:sldMkLst>
          <pc:docMk/>
          <pc:sldMk cId="4270264121" sldId="265"/>
        </pc:sldMkLst>
      </pc:sldChg>
      <pc:sldChg chg="del">
        <pc:chgData name="Erica GONG" userId="aae305b9b20bbbab" providerId="Windows Live" clId="Web-{7ABA8BD6-1842-4F06-89CE-5183F9B3995F}" dt="2025-06-10T16:02:58.555" v="145"/>
        <pc:sldMkLst>
          <pc:docMk/>
          <pc:sldMk cId="0" sldId="479"/>
        </pc:sldMkLst>
      </pc:sldChg>
      <pc:sldChg chg="modSp">
        <pc:chgData name="Erica GONG" userId="aae305b9b20bbbab" providerId="Windows Live" clId="Web-{7ABA8BD6-1842-4F06-89CE-5183F9B3995F}" dt="2025-06-10T15:54:19.582" v="62" actId="20577"/>
        <pc:sldMkLst>
          <pc:docMk/>
          <pc:sldMk cId="3618263994" sldId="542"/>
        </pc:sldMkLst>
        <pc:spChg chg="mod">
          <ac:chgData name="Erica GONG" userId="aae305b9b20bbbab" providerId="Windows Live" clId="Web-{7ABA8BD6-1842-4F06-89CE-5183F9B3995F}" dt="2025-06-10T15:54:19.582" v="62" actId="20577"/>
          <ac:spMkLst>
            <pc:docMk/>
            <pc:sldMk cId="3618263994" sldId="542"/>
            <ac:spMk id="2" creationId="{83032697-61AC-3686-E348-5F9208D89027}"/>
          </ac:spMkLst>
        </pc:spChg>
      </pc:sldChg>
      <pc:sldChg chg="modSp">
        <pc:chgData name="Erica GONG" userId="aae305b9b20bbbab" providerId="Windows Live" clId="Web-{7ABA8BD6-1842-4F06-89CE-5183F9B3995F}" dt="2025-06-10T15:59:45.636" v="116" actId="20577"/>
        <pc:sldMkLst>
          <pc:docMk/>
          <pc:sldMk cId="1066403023" sldId="4159"/>
        </pc:sldMkLst>
        <pc:spChg chg="mod">
          <ac:chgData name="Erica GONG" userId="aae305b9b20bbbab" providerId="Windows Live" clId="Web-{7ABA8BD6-1842-4F06-89CE-5183F9B3995F}" dt="2025-06-10T15:59:45.636" v="116" actId="20577"/>
          <ac:spMkLst>
            <pc:docMk/>
            <pc:sldMk cId="1066403023" sldId="4159"/>
            <ac:spMk id="3" creationId="{5466BA10-AE07-66A3-D5AC-CA0DA8C62207}"/>
          </ac:spMkLst>
        </pc:spChg>
        <pc:spChg chg="mod">
          <ac:chgData name="Erica GONG" userId="aae305b9b20bbbab" providerId="Windows Live" clId="Web-{7ABA8BD6-1842-4F06-89CE-5183F9B3995F}" dt="2025-06-10T15:59:34.120" v="115" actId="20577"/>
          <ac:spMkLst>
            <pc:docMk/>
            <pc:sldMk cId="1066403023" sldId="4159"/>
            <ac:spMk id="5" creationId="{9EB2E2EB-D4EA-2F38-CDAF-F5D5ED008D73}"/>
          </ac:spMkLst>
        </pc:spChg>
      </pc:sldChg>
      <pc:sldChg chg="modSp">
        <pc:chgData name="Erica GONG" userId="aae305b9b20bbbab" providerId="Windows Live" clId="Web-{7ABA8BD6-1842-4F06-89CE-5183F9B3995F}" dt="2025-06-10T16:00:20.342" v="122" actId="20577"/>
        <pc:sldMkLst>
          <pc:docMk/>
          <pc:sldMk cId="904407082" sldId="4162"/>
        </pc:sldMkLst>
        <pc:spChg chg="mod">
          <ac:chgData name="Erica GONG" userId="aae305b9b20bbbab" providerId="Windows Live" clId="Web-{7ABA8BD6-1842-4F06-89CE-5183F9B3995F}" dt="2025-06-10T15:59:59.434" v="119" actId="20577"/>
          <ac:spMkLst>
            <pc:docMk/>
            <pc:sldMk cId="904407082" sldId="4162"/>
            <ac:spMk id="4" creationId="{103DF380-D561-C4D6-D632-A5C75128A384}"/>
          </ac:spMkLst>
        </pc:spChg>
        <pc:spChg chg="mod">
          <ac:chgData name="Erica GONG" userId="aae305b9b20bbbab" providerId="Windows Live" clId="Web-{7ABA8BD6-1842-4F06-89CE-5183F9B3995F}" dt="2025-06-10T16:00:20.342" v="122" actId="20577"/>
          <ac:spMkLst>
            <pc:docMk/>
            <pc:sldMk cId="904407082" sldId="4162"/>
            <ac:spMk id="8" creationId="{553F34D1-E7F7-3C8C-4369-EDCB4F9D4CDA}"/>
          </ac:spMkLst>
        </pc:spChg>
        <pc:spChg chg="mod">
          <ac:chgData name="Erica GONG" userId="aae305b9b20bbbab" providerId="Windows Live" clId="Web-{7ABA8BD6-1842-4F06-89CE-5183F9B3995F}" dt="2025-06-10T16:00:12.591" v="121" actId="20577"/>
          <ac:spMkLst>
            <pc:docMk/>
            <pc:sldMk cId="904407082" sldId="4162"/>
            <ac:spMk id="9" creationId="{E6C6C3B0-FB51-38E1-C33E-563C0B43FC08}"/>
          </ac:spMkLst>
        </pc:spChg>
      </pc:sldChg>
      <pc:sldChg chg="modSp">
        <pc:chgData name="Erica GONG" userId="aae305b9b20bbbab" providerId="Windows Live" clId="Web-{7ABA8BD6-1842-4F06-89CE-5183F9B3995F}" dt="2025-06-10T15:45:51.094" v="31" actId="20577"/>
        <pc:sldMkLst>
          <pc:docMk/>
          <pc:sldMk cId="3644754214" sldId="4165"/>
        </pc:sldMkLst>
        <pc:spChg chg="mod">
          <ac:chgData name="Erica GONG" userId="aae305b9b20bbbab" providerId="Windows Live" clId="Web-{7ABA8BD6-1842-4F06-89CE-5183F9B3995F}" dt="2025-06-10T15:45:51.094" v="31" actId="20577"/>
          <ac:spMkLst>
            <pc:docMk/>
            <pc:sldMk cId="3644754214" sldId="4165"/>
            <ac:spMk id="3" creationId="{76F233A6-549E-4B17-B280-7A440991FCC5}"/>
          </ac:spMkLst>
        </pc:spChg>
        <pc:spChg chg="mod">
          <ac:chgData name="Erica GONG" userId="aae305b9b20bbbab" providerId="Windows Live" clId="Web-{7ABA8BD6-1842-4F06-89CE-5183F9B3995F}" dt="2025-06-10T15:45:05.560" v="4" actId="20577"/>
          <ac:spMkLst>
            <pc:docMk/>
            <pc:sldMk cId="3644754214" sldId="4165"/>
            <ac:spMk id="5" creationId="{3DAB1222-1AF5-C987-8017-D2A1508E3708}"/>
          </ac:spMkLst>
        </pc:spChg>
      </pc:sldChg>
      <pc:sldChg chg="modSp">
        <pc:chgData name="Erica GONG" userId="aae305b9b20bbbab" providerId="Windows Live" clId="Web-{7ABA8BD6-1842-4F06-89CE-5183F9B3995F}" dt="2025-06-10T15:46:28.331" v="37" actId="20577"/>
        <pc:sldMkLst>
          <pc:docMk/>
          <pc:sldMk cId="2033972033" sldId="4169"/>
        </pc:sldMkLst>
        <pc:spChg chg="mod">
          <ac:chgData name="Erica GONG" userId="aae305b9b20bbbab" providerId="Windows Live" clId="Web-{7ABA8BD6-1842-4F06-89CE-5183F9B3995F}" dt="2025-06-10T15:46:15.331" v="33" actId="20577"/>
          <ac:spMkLst>
            <pc:docMk/>
            <pc:sldMk cId="2033972033" sldId="4169"/>
            <ac:spMk id="3" creationId="{76F233A6-549E-4B17-B280-7A440991FCC5}"/>
          </ac:spMkLst>
        </pc:spChg>
        <pc:spChg chg="mod">
          <ac:chgData name="Erica GONG" userId="aae305b9b20bbbab" providerId="Windows Live" clId="Web-{7ABA8BD6-1842-4F06-89CE-5183F9B3995F}" dt="2025-06-10T15:46:28.331" v="37" actId="20577"/>
          <ac:spMkLst>
            <pc:docMk/>
            <pc:sldMk cId="2033972033" sldId="4169"/>
            <ac:spMk id="5" creationId="{3DAB1222-1AF5-C987-8017-D2A1508E3708}"/>
          </ac:spMkLst>
        </pc:spChg>
      </pc:sldChg>
      <pc:sldChg chg="modSp">
        <pc:chgData name="Erica GONG" userId="aae305b9b20bbbab" providerId="Windows Live" clId="Web-{7ABA8BD6-1842-4F06-89CE-5183F9B3995F}" dt="2025-06-10T16:01:58.270" v="139" actId="20577"/>
        <pc:sldMkLst>
          <pc:docMk/>
          <pc:sldMk cId="2859699581" sldId="4170"/>
        </pc:sldMkLst>
        <pc:spChg chg="mod">
          <ac:chgData name="Erica GONG" userId="aae305b9b20bbbab" providerId="Windows Live" clId="Web-{7ABA8BD6-1842-4F06-89CE-5183F9B3995F}" dt="2025-06-10T16:00:31.733" v="125" actId="20577"/>
          <ac:spMkLst>
            <pc:docMk/>
            <pc:sldMk cId="2859699581" sldId="4170"/>
            <ac:spMk id="4" creationId="{BA83BE7F-B1CA-F95D-4C18-39F330186B5D}"/>
          </ac:spMkLst>
        </pc:spChg>
        <pc:spChg chg="mod">
          <ac:chgData name="Erica GONG" userId="aae305b9b20bbbab" providerId="Windows Live" clId="Web-{7ABA8BD6-1842-4F06-89CE-5183F9B3995F}" dt="2025-06-10T16:00:39.202" v="126" actId="20577"/>
          <ac:spMkLst>
            <pc:docMk/>
            <pc:sldMk cId="2859699581" sldId="4170"/>
            <ac:spMk id="8" creationId="{2703F825-3A7E-101D-24AE-6CD5DF9E9B18}"/>
          </ac:spMkLst>
        </pc:spChg>
        <pc:spChg chg="mod">
          <ac:chgData name="Erica GONG" userId="aae305b9b20bbbab" providerId="Windows Live" clId="Web-{7ABA8BD6-1842-4F06-89CE-5183F9B3995F}" dt="2025-06-10T16:01:58.270" v="139" actId="20577"/>
          <ac:spMkLst>
            <pc:docMk/>
            <pc:sldMk cId="2859699581" sldId="4170"/>
            <ac:spMk id="9" creationId="{1AB9F690-D467-FF69-5698-A00F9792A45C}"/>
          </ac:spMkLst>
        </pc:spChg>
      </pc:sldChg>
      <pc:sldChg chg="modSp">
        <pc:chgData name="Erica GONG" userId="aae305b9b20bbbab" providerId="Windows Live" clId="Web-{7ABA8BD6-1842-4F06-89CE-5183F9B3995F}" dt="2025-06-10T16:02:09.880" v="141" actId="20577"/>
        <pc:sldMkLst>
          <pc:docMk/>
          <pc:sldMk cId="398875033" sldId="4171"/>
        </pc:sldMkLst>
        <pc:spChg chg="mod">
          <ac:chgData name="Erica GONG" userId="aae305b9b20bbbab" providerId="Windows Live" clId="Web-{7ABA8BD6-1842-4F06-89CE-5183F9B3995F}" dt="2025-06-10T16:00:59.063" v="131" actId="20577"/>
          <ac:spMkLst>
            <pc:docMk/>
            <pc:sldMk cId="398875033" sldId="4171"/>
            <ac:spMk id="4" creationId="{F3DBB840-11A1-D0ED-F999-B2BAAE6E408C}"/>
          </ac:spMkLst>
        </pc:spChg>
        <pc:spChg chg="mod">
          <ac:chgData name="Erica GONG" userId="aae305b9b20bbbab" providerId="Windows Live" clId="Web-{7ABA8BD6-1842-4F06-89CE-5183F9B3995F}" dt="2025-06-10T16:00:47.953" v="127" actId="20577"/>
          <ac:spMkLst>
            <pc:docMk/>
            <pc:sldMk cId="398875033" sldId="4171"/>
            <ac:spMk id="8" creationId="{C9184A39-2042-35FE-321C-9D7979697546}"/>
          </ac:spMkLst>
        </pc:spChg>
        <pc:spChg chg="mod">
          <ac:chgData name="Erica GONG" userId="aae305b9b20bbbab" providerId="Windows Live" clId="Web-{7ABA8BD6-1842-4F06-89CE-5183F9B3995F}" dt="2025-06-10T16:02:09.880" v="141" actId="20577"/>
          <ac:spMkLst>
            <pc:docMk/>
            <pc:sldMk cId="398875033" sldId="4171"/>
            <ac:spMk id="9" creationId="{3749CAF3-D844-29CD-26E1-67EDE6ED6630}"/>
          </ac:spMkLst>
        </pc:spChg>
      </pc:sldChg>
      <pc:sldChg chg="modSp">
        <pc:chgData name="Erica GONG" userId="aae305b9b20bbbab" providerId="Windows Live" clId="Web-{7ABA8BD6-1842-4F06-89CE-5183F9B3995F}" dt="2025-06-10T16:08:34.938" v="164" actId="20577"/>
        <pc:sldMkLst>
          <pc:docMk/>
          <pc:sldMk cId="1529468514" sldId="4172"/>
        </pc:sldMkLst>
        <pc:spChg chg="mod">
          <ac:chgData name="Erica GONG" userId="aae305b9b20bbbab" providerId="Windows Live" clId="Web-{7ABA8BD6-1842-4F06-89CE-5183F9B3995F}" dt="2025-06-10T16:08:34.938" v="164" actId="20577"/>
          <ac:spMkLst>
            <pc:docMk/>
            <pc:sldMk cId="1529468514" sldId="4172"/>
            <ac:spMk id="4" creationId="{00000000-0000-0000-0000-000000000000}"/>
          </ac:spMkLst>
        </pc:spChg>
      </pc:sldChg>
      <pc:sldChg chg="addSp modSp">
        <pc:chgData name="Erica GONG" userId="aae305b9b20bbbab" providerId="Windows Live" clId="Web-{7ABA8BD6-1842-4F06-89CE-5183F9B3995F}" dt="2025-06-10T16:09:53.037" v="165"/>
        <pc:sldMkLst>
          <pc:docMk/>
          <pc:sldMk cId="4016142385" sldId="4173"/>
        </pc:sldMkLst>
        <pc:spChg chg="mod">
          <ac:chgData name="Erica GONG" userId="aae305b9b20bbbab" providerId="Windows Live" clId="Web-{7ABA8BD6-1842-4F06-89CE-5183F9B3995F}" dt="2025-06-10T16:08:28.516" v="162" actId="20577"/>
          <ac:spMkLst>
            <pc:docMk/>
            <pc:sldMk cId="4016142385" sldId="4173"/>
            <ac:spMk id="2" creationId="{9F1E2F47-82CC-6254-7B66-F4E5B04A3CBB}"/>
          </ac:spMkLst>
        </pc:spChg>
        <pc:spChg chg="add">
          <ac:chgData name="Erica GONG" userId="aae305b9b20bbbab" providerId="Windows Live" clId="Web-{7ABA8BD6-1842-4F06-89CE-5183F9B3995F}" dt="2025-06-10T16:09:53.037" v="165"/>
          <ac:spMkLst>
            <pc:docMk/>
            <pc:sldMk cId="4016142385" sldId="4173"/>
            <ac:spMk id="3" creationId="{30703CFB-362B-B76B-2622-9441C419F095}"/>
          </ac:spMkLst>
        </pc:spChg>
      </pc:sldChg>
      <pc:sldChg chg="modSp">
        <pc:chgData name="Erica GONG" userId="aae305b9b20bbbab" providerId="Windows Live" clId="Web-{7ABA8BD6-1842-4F06-89CE-5183F9B3995F}" dt="2025-06-10T16:02:46.977" v="143" actId="20577"/>
        <pc:sldMkLst>
          <pc:docMk/>
          <pc:sldMk cId="3502821829" sldId="4174"/>
        </pc:sldMkLst>
        <pc:spChg chg="mod">
          <ac:chgData name="Erica GONG" userId="aae305b9b20bbbab" providerId="Windows Live" clId="Web-{7ABA8BD6-1842-4F06-89CE-5183F9B3995F}" dt="2025-06-10T16:01:40.347" v="138" actId="20577"/>
          <ac:spMkLst>
            <pc:docMk/>
            <pc:sldMk cId="3502821829" sldId="4174"/>
            <ac:spMk id="4" creationId="{5BFBC7DE-9AD6-9A38-E1E0-2161639AEF14}"/>
          </ac:spMkLst>
        </pc:spChg>
        <pc:spChg chg="mod">
          <ac:chgData name="Erica GONG" userId="aae305b9b20bbbab" providerId="Windows Live" clId="Web-{7ABA8BD6-1842-4F06-89CE-5183F9B3995F}" dt="2025-06-10T16:01:21.861" v="132" actId="20577"/>
          <ac:spMkLst>
            <pc:docMk/>
            <pc:sldMk cId="3502821829" sldId="4174"/>
            <ac:spMk id="8" creationId="{09A90E17-0744-2FBC-A0FA-2BCD86E76365}"/>
          </ac:spMkLst>
        </pc:spChg>
        <pc:spChg chg="mod">
          <ac:chgData name="Erica GONG" userId="aae305b9b20bbbab" providerId="Windows Live" clId="Web-{7ABA8BD6-1842-4F06-89CE-5183F9B3995F}" dt="2025-06-10T16:02:46.977" v="143" actId="20577"/>
          <ac:spMkLst>
            <pc:docMk/>
            <pc:sldMk cId="3502821829" sldId="4174"/>
            <ac:spMk id="9" creationId="{27C66030-157D-F65E-C95A-D8D633B28D23}"/>
          </ac:spMkLst>
        </pc:spChg>
      </pc:sldChg>
      <pc:sldChg chg="modSp add replId">
        <pc:chgData name="Erica GONG" userId="aae305b9b20bbbab" providerId="Windows Live" clId="Web-{7ABA8BD6-1842-4F06-89CE-5183F9B3995F}" dt="2025-06-10T15:55:23.462" v="70" actId="20577"/>
        <pc:sldMkLst>
          <pc:docMk/>
          <pc:sldMk cId="1165701508" sldId="4175"/>
        </pc:sldMkLst>
        <pc:spChg chg="mod">
          <ac:chgData name="Erica GONG" userId="aae305b9b20bbbab" providerId="Windows Live" clId="Web-{7ABA8BD6-1842-4F06-89CE-5183F9B3995F}" dt="2025-06-10T15:55:23.462" v="70" actId="20577"/>
          <ac:spMkLst>
            <pc:docMk/>
            <pc:sldMk cId="1165701508" sldId="4175"/>
            <ac:spMk id="2" creationId="{4A3EDF91-9C7F-FD62-42F0-91B0B4F4C66E}"/>
          </ac:spMkLst>
        </pc:spChg>
      </pc:sldChg>
      <pc:sldChg chg="modSp add replId">
        <pc:chgData name="Erica GONG" userId="aae305b9b20bbbab" providerId="Windows Live" clId="Web-{7ABA8BD6-1842-4F06-89CE-5183F9B3995F}" dt="2025-06-10T15:55:59.730" v="76" actId="20577"/>
        <pc:sldMkLst>
          <pc:docMk/>
          <pc:sldMk cId="3457634377" sldId="4176"/>
        </pc:sldMkLst>
        <pc:spChg chg="mod">
          <ac:chgData name="Erica GONG" userId="aae305b9b20bbbab" providerId="Windows Live" clId="Web-{7ABA8BD6-1842-4F06-89CE-5183F9B3995F}" dt="2025-06-10T15:55:59.730" v="76" actId="20577"/>
          <ac:spMkLst>
            <pc:docMk/>
            <pc:sldMk cId="3457634377" sldId="4176"/>
            <ac:spMk id="2" creationId="{E17693AE-6BEC-5C54-E102-A51284F500D4}"/>
          </ac:spMkLst>
        </pc:spChg>
      </pc:sldChg>
      <pc:sldChg chg="modSp add replId">
        <pc:chgData name="Erica GONG" userId="aae305b9b20bbbab" providerId="Windows Live" clId="Web-{7ABA8BD6-1842-4F06-89CE-5183F9B3995F}" dt="2025-06-10T15:57:23.126" v="89" actId="20577"/>
        <pc:sldMkLst>
          <pc:docMk/>
          <pc:sldMk cId="1278272554" sldId="4177"/>
        </pc:sldMkLst>
        <pc:spChg chg="mod">
          <ac:chgData name="Erica GONG" userId="aae305b9b20bbbab" providerId="Windows Live" clId="Web-{7ABA8BD6-1842-4F06-89CE-5183F9B3995F}" dt="2025-06-10T15:57:23.126" v="89" actId="20577"/>
          <ac:spMkLst>
            <pc:docMk/>
            <pc:sldMk cId="1278272554" sldId="4177"/>
            <ac:spMk id="2" creationId="{911A6E53-1AA3-6099-22FB-DF76EA56787F}"/>
          </ac:spMkLst>
        </pc:spChg>
      </pc:sldChg>
      <pc:sldChg chg="modSp add replId">
        <pc:chgData name="Erica GONG" userId="aae305b9b20bbbab" providerId="Windows Live" clId="Web-{7ABA8BD6-1842-4F06-89CE-5183F9B3995F}" dt="2025-06-10T15:58:07.739" v="97" actId="20577"/>
        <pc:sldMkLst>
          <pc:docMk/>
          <pc:sldMk cId="1351252717" sldId="4178"/>
        </pc:sldMkLst>
        <pc:spChg chg="mod">
          <ac:chgData name="Erica GONG" userId="aae305b9b20bbbab" providerId="Windows Live" clId="Web-{7ABA8BD6-1842-4F06-89CE-5183F9B3995F}" dt="2025-06-10T15:58:07.739" v="97" actId="20577"/>
          <ac:spMkLst>
            <pc:docMk/>
            <pc:sldMk cId="1351252717" sldId="4178"/>
            <ac:spMk id="2" creationId="{19954341-E418-B03F-4520-9502BB65171B}"/>
          </ac:spMkLst>
        </pc:spChg>
      </pc:sldChg>
      <pc:sldChg chg="modSp add replId">
        <pc:chgData name="Erica GONG" userId="aae305b9b20bbbab" providerId="Windows Live" clId="Web-{7ABA8BD6-1842-4F06-89CE-5183F9B3995F}" dt="2025-06-10T15:59:18.447" v="110" actId="20577"/>
        <pc:sldMkLst>
          <pc:docMk/>
          <pc:sldMk cId="4136419123" sldId="4179"/>
        </pc:sldMkLst>
        <pc:spChg chg="mod">
          <ac:chgData name="Erica GONG" userId="aae305b9b20bbbab" providerId="Windows Live" clId="Web-{7ABA8BD6-1842-4F06-89CE-5183F9B3995F}" dt="2025-06-10T15:59:18.447" v="110" actId="20577"/>
          <ac:spMkLst>
            <pc:docMk/>
            <pc:sldMk cId="4136419123" sldId="4179"/>
            <ac:spMk id="2" creationId="{9741DDF1-6C10-17A9-F55F-94CA1953F6F8}"/>
          </ac:spMkLst>
        </pc:spChg>
      </pc:sldChg>
      <pc:sldChg chg="modSp add">
        <pc:chgData name="Erica GONG" userId="aae305b9b20bbbab" providerId="Windows Live" clId="Web-{7ABA8BD6-1842-4F06-89CE-5183F9B3995F}" dt="2025-06-10T16:04:18.311" v="148" actId="20577"/>
        <pc:sldMkLst>
          <pc:docMk/>
          <pc:sldMk cId="3185027865" sldId="4180"/>
        </pc:sldMkLst>
        <pc:spChg chg="mod">
          <ac:chgData name="Erica GONG" userId="aae305b9b20bbbab" providerId="Windows Live" clId="Web-{7ABA8BD6-1842-4F06-89CE-5183F9B3995F}" dt="2025-06-10T16:04:18.311" v="148" actId="20577"/>
          <ac:spMkLst>
            <pc:docMk/>
            <pc:sldMk cId="3185027865" sldId="4180"/>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zh-TW"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7251126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標題投影片">
    <p:spTree>
      <p:nvGrpSpPr>
        <p:cNvPr id="1" name="Shape 90"/>
        <p:cNvGrpSpPr/>
        <p:nvPr/>
      </p:nvGrpSpPr>
      <p:grpSpPr>
        <a:xfrm>
          <a:off x="0" y="0"/>
          <a:ext cx="0" cy="0"/>
          <a:chOff x="0" y="0"/>
          <a:chExt cx="0" cy="0"/>
        </a:xfrm>
      </p:grpSpPr>
      <p:sp>
        <p:nvSpPr>
          <p:cNvPr id="91" name="Google Shape;91;p27"/>
          <p:cNvSpPr txBox="1">
            <a:spLocks noGrp="1"/>
          </p:cNvSpPr>
          <p:nvPr>
            <p:ph type="ctrTitle"/>
          </p:nvPr>
        </p:nvSpPr>
        <p:spPr>
          <a:xfrm>
            <a:off x="1143000" y="841772"/>
            <a:ext cx="6858000" cy="1790700"/>
          </a:xfrm>
          <a:prstGeom prst="rect">
            <a:avLst/>
          </a:prstGeom>
          <a:noFill/>
          <a:ln>
            <a:noFill/>
          </a:ln>
        </p:spPr>
        <p:txBody>
          <a:bodyPr spcFirstLastPara="1" wrap="square" lIns="68480" tIns="34274" rIns="68480" bIns="34274"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7"/>
          <p:cNvSpPr txBox="1">
            <a:spLocks noGrp="1"/>
          </p:cNvSpPr>
          <p:nvPr>
            <p:ph type="subTitle" idx="1"/>
          </p:nvPr>
        </p:nvSpPr>
        <p:spPr>
          <a:xfrm>
            <a:off x="1143000" y="2701528"/>
            <a:ext cx="6858000" cy="1241822"/>
          </a:xfrm>
          <a:prstGeom prst="rect">
            <a:avLst/>
          </a:prstGeom>
          <a:noFill/>
          <a:ln>
            <a:noFill/>
          </a:ln>
        </p:spPr>
        <p:txBody>
          <a:bodyPr spcFirstLastPara="1" wrap="square" lIns="68480" tIns="34274" rIns="68480" bIns="34274"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400"/>
              <a:buNone/>
              <a:defRPr sz="140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93" name="Google Shape;93;p27"/>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7"/>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7"/>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992760338"/>
      </p:ext>
    </p:extLst>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標題投影片">
    <p:spTree>
      <p:nvGrpSpPr>
        <p:cNvPr id="1" name="Shape 90"/>
        <p:cNvGrpSpPr/>
        <p:nvPr/>
      </p:nvGrpSpPr>
      <p:grpSpPr>
        <a:xfrm>
          <a:off x="0" y="0"/>
          <a:ext cx="0" cy="0"/>
          <a:chOff x="0" y="0"/>
          <a:chExt cx="0" cy="0"/>
        </a:xfrm>
      </p:grpSpPr>
      <p:sp>
        <p:nvSpPr>
          <p:cNvPr id="91" name="Google Shape;91;p27"/>
          <p:cNvSpPr txBox="1">
            <a:spLocks noGrp="1"/>
          </p:cNvSpPr>
          <p:nvPr>
            <p:ph type="ctrTitle"/>
          </p:nvPr>
        </p:nvSpPr>
        <p:spPr>
          <a:xfrm>
            <a:off x="1143000" y="841772"/>
            <a:ext cx="6858000" cy="1790700"/>
          </a:xfrm>
          <a:prstGeom prst="rect">
            <a:avLst/>
          </a:prstGeom>
          <a:noFill/>
          <a:ln>
            <a:noFill/>
          </a:ln>
        </p:spPr>
        <p:txBody>
          <a:bodyPr spcFirstLastPara="1" wrap="square" lIns="68480" tIns="34274" rIns="68480" bIns="34274"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7"/>
          <p:cNvSpPr txBox="1">
            <a:spLocks noGrp="1"/>
          </p:cNvSpPr>
          <p:nvPr>
            <p:ph type="subTitle" idx="1"/>
          </p:nvPr>
        </p:nvSpPr>
        <p:spPr>
          <a:xfrm>
            <a:off x="1143000" y="2701528"/>
            <a:ext cx="6858000" cy="1241822"/>
          </a:xfrm>
          <a:prstGeom prst="rect">
            <a:avLst/>
          </a:prstGeom>
          <a:noFill/>
          <a:ln>
            <a:noFill/>
          </a:ln>
        </p:spPr>
        <p:txBody>
          <a:bodyPr spcFirstLastPara="1" wrap="square" lIns="68480" tIns="34274" rIns="68480" bIns="34274"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400"/>
              <a:buNone/>
              <a:defRPr sz="140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93" name="Google Shape;93;p27"/>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7"/>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7"/>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992760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比對" type="twoTxTwoObj">
  <p:cSld name="比對">
    <p:spTree>
      <p:nvGrpSpPr>
        <p:cNvPr id="1" name="Shape 115"/>
        <p:cNvGrpSpPr/>
        <p:nvPr/>
      </p:nvGrpSpPr>
      <p:grpSpPr>
        <a:xfrm>
          <a:off x="0" y="0"/>
          <a:ext cx="0" cy="0"/>
          <a:chOff x="0" y="0"/>
          <a:chExt cx="0" cy="0"/>
        </a:xfrm>
      </p:grpSpPr>
      <p:sp>
        <p:nvSpPr>
          <p:cNvPr id="116" name="Google Shape;116;p104"/>
          <p:cNvSpPr txBox="1">
            <a:spLocks noGrp="1"/>
          </p:cNvSpPr>
          <p:nvPr>
            <p:ph type="title"/>
          </p:nvPr>
        </p:nvSpPr>
        <p:spPr>
          <a:xfrm>
            <a:off x="629841"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104"/>
          <p:cNvSpPr txBox="1">
            <a:spLocks noGrp="1"/>
          </p:cNvSpPr>
          <p:nvPr>
            <p:ph type="body" idx="1"/>
          </p:nvPr>
        </p:nvSpPr>
        <p:spPr>
          <a:xfrm>
            <a:off x="629842" y="1260872"/>
            <a:ext cx="3868340" cy="617934"/>
          </a:xfrm>
          <a:prstGeom prst="rect">
            <a:avLst/>
          </a:prstGeom>
          <a:noFill/>
          <a:ln>
            <a:noFill/>
          </a:ln>
        </p:spPr>
        <p:txBody>
          <a:bodyPr spcFirstLastPara="1" wrap="square" lIns="68480" tIns="34274" rIns="68480" bIns="34274" anchor="b" anchorCtr="0">
            <a:normAutofit/>
          </a:bodyPr>
          <a:lstStyle>
            <a:lvl1pPr marL="456842" lvl="0" indent="-228420" algn="l">
              <a:lnSpc>
                <a:spcPct val="90000"/>
              </a:lnSpc>
              <a:spcBef>
                <a:spcPts val="750"/>
              </a:spcBef>
              <a:spcAft>
                <a:spcPts val="0"/>
              </a:spcAft>
              <a:buClr>
                <a:schemeClr val="dk1"/>
              </a:buClr>
              <a:buSzPts val="1800"/>
              <a:buNone/>
              <a:defRPr sz="1800" b="1"/>
            </a:lvl1pPr>
            <a:lvl2pPr marL="913725" lvl="1" indent="-228420" algn="l">
              <a:lnSpc>
                <a:spcPct val="90000"/>
              </a:lnSpc>
              <a:spcBef>
                <a:spcPts val="375"/>
              </a:spcBef>
              <a:spcAft>
                <a:spcPts val="0"/>
              </a:spcAft>
              <a:buClr>
                <a:schemeClr val="dk1"/>
              </a:buClr>
              <a:buSzPts val="1500"/>
              <a:buNone/>
              <a:defRPr sz="1500" b="1"/>
            </a:lvl2pPr>
            <a:lvl3pPr marL="1370580" lvl="2" indent="-228420" algn="l">
              <a:lnSpc>
                <a:spcPct val="90000"/>
              </a:lnSpc>
              <a:spcBef>
                <a:spcPts val="375"/>
              </a:spcBef>
              <a:spcAft>
                <a:spcPts val="0"/>
              </a:spcAft>
              <a:buClr>
                <a:schemeClr val="dk1"/>
              </a:buClr>
              <a:buSzPts val="1400"/>
              <a:buNone/>
              <a:defRPr sz="1400" b="1"/>
            </a:lvl3pPr>
            <a:lvl4pPr marL="1827449" lvl="3" indent="-228420" algn="l">
              <a:lnSpc>
                <a:spcPct val="90000"/>
              </a:lnSpc>
              <a:spcBef>
                <a:spcPts val="375"/>
              </a:spcBef>
              <a:spcAft>
                <a:spcPts val="0"/>
              </a:spcAft>
              <a:buClr>
                <a:schemeClr val="dk1"/>
              </a:buClr>
              <a:buSzPts val="1200"/>
              <a:buNone/>
              <a:defRPr sz="1200" b="1"/>
            </a:lvl4pPr>
            <a:lvl5pPr marL="2284290" lvl="4" indent="-228420" algn="l">
              <a:lnSpc>
                <a:spcPct val="90000"/>
              </a:lnSpc>
              <a:spcBef>
                <a:spcPts val="375"/>
              </a:spcBef>
              <a:spcAft>
                <a:spcPts val="0"/>
              </a:spcAft>
              <a:buClr>
                <a:schemeClr val="dk1"/>
              </a:buClr>
              <a:buSzPts val="1200"/>
              <a:buNone/>
              <a:defRPr sz="1200" b="1"/>
            </a:lvl5pPr>
            <a:lvl6pPr marL="2741132" lvl="5" indent="-228420" algn="l">
              <a:lnSpc>
                <a:spcPct val="90000"/>
              </a:lnSpc>
              <a:spcBef>
                <a:spcPts val="375"/>
              </a:spcBef>
              <a:spcAft>
                <a:spcPts val="0"/>
              </a:spcAft>
              <a:buClr>
                <a:schemeClr val="dk1"/>
              </a:buClr>
              <a:buSzPts val="1200"/>
              <a:buNone/>
              <a:defRPr sz="1200" b="1"/>
            </a:lvl6pPr>
            <a:lvl7pPr marL="3198000" lvl="6" indent="-228420" algn="l">
              <a:lnSpc>
                <a:spcPct val="90000"/>
              </a:lnSpc>
              <a:spcBef>
                <a:spcPts val="375"/>
              </a:spcBef>
              <a:spcAft>
                <a:spcPts val="0"/>
              </a:spcAft>
              <a:buClr>
                <a:schemeClr val="dk1"/>
              </a:buClr>
              <a:buSzPts val="1200"/>
              <a:buNone/>
              <a:defRPr sz="1200" b="1"/>
            </a:lvl7pPr>
            <a:lvl8pPr marL="3654856" lvl="7" indent="-228420" algn="l">
              <a:lnSpc>
                <a:spcPct val="90000"/>
              </a:lnSpc>
              <a:spcBef>
                <a:spcPts val="375"/>
              </a:spcBef>
              <a:spcAft>
                <a:spcPts val="0"/>
              </a:spcAft>
              <a:buClr>
                <a:schemeClr val="dk1"/>
              </a:buClr>
              <a:buSzPts val="1200"/>
              <a:buNone/>
              <a:defRPr sz="1200" b="1"/>
            </a:lvl8pPr>
            <a:lvl9pPr marL="4111739" lvl="8" indent="-228420" algn="l">
              <a:lnSpc>
                <a:spcPct val="90000"/>
              </a:lnSpc>
              <a:spcBef>
                <a:spcPts val="375"/>
              </a:spcBef>
              <a:spcAft>
                <a:spcPts val="0"/>
              </a:spcAft>
              <a:buClr>
                <a:schemeClr val="dk1"/>
              </a:buClr>
              <a:buSzPts val="1200"/>
              <a:buNone/>
              <a:defRPr sz="1200" b="1"/>
            </a:lvl9pPr>
          </a:lstStyle>
          <a:p>
            <a:endParaRPr/>
          </a:p>
        </p:txBody>
      </p:sp>
      <p:sp>
        <p:nvSpPr>
          <p:cNvPr id="118" name="Google Shape;118;p104"/>
          <p:cNvSpPr txBox="1">
            <a:spLocks noGrp="1"/>
          </p:cNvSpPr>
          <p:nvPr>
            <p:ph type="body" idx="2"/>
          </p:nvPr>
        </p:nvSpPr>
        <p:spPr>
          <a:xfrm>
            <a:off x="629842" y="1878806"/>
            <a:ext cx="3868340" cy="2763441"/>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19" name="Google Shape;119;p104"/>
          <p:cNvSpPr txBox="1">
            <a:spLocks noGrp="1"/>
          </p:cNvSpPr>
          <p:nvPr>
            <p:ph type="body" idx="3"/>
          </p:nvPr>
        </p:nvSpPr>
        <p:spPr>
          <a:xfrm>
            <a:off x="4629152" y="1260872"/>
            <a:ext cx="3887391" cy="617934"/>
          </a:xfrm>
          <a:prstGeom prst="rect">
            <a:avLst/>
          </a:prstGeom>
          <a:noFill/>
          <a:ln>
            <a:noFill/>
          </a:ln>
        </p:spPr>
        <p:txBody>
          <a:bodyPr spcFirstLastPara="1" wrap="square" lIns="68480" tIns="34274" rIns="68480" bIns="34274" anchor="b" anchorCtr="0">
            <a:normAutofit/>
          </a:bodyPr>
          <a:lstStyle>
            <a:lvl1pPr marL="456842" lvl="0" indent="-228420" algn="l">
              <a:lnSpc>
                <a:spcPct val="90000"/>
              </a:lnSpc>
              <a:spcBef>
                <a:spcPts val="750"/>
              </a:spcBef>
              <a:spcAft>
                <a:spcPts val="0"/>
              </a:spcAft>
              <a:buClr>
                <a:schemeClr val="dk1"/>
              </a:buClr>
              <a:buSzPts val="1800"/>
              <a:buNone/>
              <a:defRPr sz="1800" b="1"/>
            </a:lvl1pPr>
            <a:lvl2pPr marL="913725" lvl="1" indent="-228420" algn="l">
              <a:lnSpc>
                <a:spcPct val="90000"/>
              </a:lnSpc>
              <a:spcBef>
                <a:spcPts val="375"/>
              </a:spcBef>
              <a:spcAft>
                <a:spcPts val="0"/>
              </a:spcAft>
              <a:buClr>
                <a:schemeClr val="dk1"/>
              </a:buClr>
              <a:buSzPts val="1500"/>
              <a:buNone/>
              <a:defRPr sz="1500" b="1"/>
            </a:lvl2pPr>
            <a:lvl3pPr marL="1370580" lvl="2" indent="-228420" algn="l">
              <a:lnSpc>
                <a:spcPct val="90000"/>
              </a:lnSpc>
              <a:spcBef>
                <a:spcPts val="375"/>
              </a:spcBef>
              <a:spcAft>
                <a:spcPts val="0"/>
              </a:spcAft>
              <a:buClr>
                <a:schemeClr val="dk1"/>
              </a:buClr>
              <a:buSzPts val="1400"/>
              <a:buNone/>
              <a:defRPr sz="1400" b="1"/>
            </a:lvl3pPr>
            <a:lvl4pPr marL="1827449" lvl="3" indent="-228420" algn="l">
              <a:lnSpc>
                <a:spcPct val="90000"/>
              </a:lnSpc>
              <a:spcBef>
                <a:spcPts val="375"/>
              </a:spcBef>
              <a:spcAft>
                <a:spcPts val="0"/>
              </a:spcAft>
              <a:buClr>
                <a:schemeClr val="dk1"/>
              </a:buClr>
              <a:buSzPts val="1200"/>
              <a:buNone/>
              <a:defRPr sz="1200" b="1"/>
            </a:lvl4pPr>
            <a:lvl5pPr marL="2284290" lvl="4" indent="-228420" algn="l">
              <a:lnSpc>
                <a:spcPct val="90000"/>
              </a:lnSpc>
              <a:spcBef>
                <a:spcPts val="375"/>
              </a:spcBef>
              <a:spcAft>
                <a:spcPts val="0"/>
              </a:spcAft>
              <a:buClr>
                <a:schemeClr val="dk1"/>
              </a:buClr>
              <a:buSzPts val="1200"/>
              <a:buNone/>
              <a:defRPr sz="1200" b="1"/>
            </a:lvl5pPr>
            <a:lvl6pPr marL="2741132" lvl="5" indent="-228420" algn="l">
              <a:lnSpc>
                <a:spcPct val="90000"/>
              </a:lnSpc>
              <a:spcBef>
                <a:spcPts val="375"/>
              </a:spcBef>
              <a:spcAft>
                <a:spcPts val="0"/>
              </a:spcAft>
              <a:buClr>
                <a:schemeClr val="dk1"/>
              </a:buClr>
              <a:buSzPts val="1200"/>
              <a:buNone/>
              <a:defRPr sz="1200" b="1"/>
            </a:lvl6pPr>
            <a:lvl7pPr marL="3198000" lvl="6" indent="-228420" algn="l">
              <a:lnSpc>
                <a:spcPct val="90000"/>
              </a:lnSpc>
              <a:spcBef>
                <a:spcPts val="375"/>
              </a:spcBef>
              <a:spcAft>
                <a:spcPts val="0"/>
              </a:spcAft>
              <a:buClr>
                <a:schemeClr val="dk1"/>
              </a:buClr>
              <a:buSzPts val="1200"/>
              <a:buNone/>
              <a:defRPr sz="1200" b="1"/>
            </a:lvl7pPr>
            <a:lvl8pPr marL="3654856" lvl="7" indent="-228420" algn="l">
              <a:lnSpc>
                <a:spcPct val="90000"/>
              </a:lnSpc>
              <a:spcBef>
                <a:spcPts val="375"/>
              </a:spcBef>
              <a:spcAft>
                <a:spcPts val="0"/>
              </a:spcAft>
              <a:buClr>
                <a:schemeClr val="dk1"/>
              </a:buClr>
              <a:buSzPts val="1200"/>
              <a:buNone/>
              <a:defRPr sz="1200" b="1"/>
            </a:lvl8pPr>
            <a:lvl9pPr marL="4111739" lvl="8" indent="-228420" algn="l">
              <a:lnSpc>
                <a:spcPct val="90000"/>
              </a:lnSpc>
              <a:spcBef>
                <a:spcPts val="375"/>
              </a:spcBef>
              <a:spcAft>
                <a:spcPts val="0"/>
              </a:spcAft>
              <a:buClr>
                <a:schemeClr val="dk1"/>
              </a:buClr>
              <a:buSzPts val="1200"/>
              <a:buNone/>
              <a:defRPr sz="1200" b="1"/>
            </a:lvl9pPr>
          </a:lstStyle>
          <a:p>
            <a:endParaRPr/>
          </a:p>
        </p:txBody>
      </p:sp>
      <p:sp>
        <p:nvSpPr>
          <p:cNvPr id="120" name="Google Shape;120;p104"/>
          <p:cNvSpPr txBox="1">
            <a:spLocks noGrp="1"/>
          </p:cNvSpPr>
          <p:nvPr>
            <p:ph type="body" idx="4"/>
          </p:nvPr>
        </p:nvSpPr>
        <p:spPr>
          <a:xfrm>
            <a:off x="4629152" y="1878806"/>
            <a:ext cx="3887391" cy="2763441"/>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21" name="Google Shape;121;p104"/>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04"/>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04"/>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048587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比對" type="twoTxTwoObj">
  <p:cSld name="比對">
    <p:spTree>
      <p:nvGrpSpPr>
        <p:cNvPr id="1" name="Shape 115"/>
        <p:cNvGrpSpPr/>
        <p:nvPr/>
      </p:nvGrpSpPr>
      <p:grpSpPr>
        <a:xfrm>
          <a:off x="0" y="0"/>
          <a:ext cx="0" cy="0"/>
          <a:chOff x="0" y="0"/>
          <a:chExt cx="0" cy="0"/>
        </a:xfrm>
      </p:grpSpPr>
      <p:sp>
        <p:nvSpPr>
          <p:cNvPr id="116" name="Google Shape;116;p104"/>
          <p:cNvSpPr txBox="1">
            <a:spLocks noGrp="1"/>
          </p:cNvSpPr>
          <p:nvPr>
            <p:ph type="title"/>
          </p:nvPr>
        </p:nvSpPr>
        <p:spPr>
          <a:xfrm>
            <a:off x="629841"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104"/>
          <p:cNvSpPr txBox="1">
            <a:spLocks noGrp="1"/>
          </p:cNvSpPr>
          <p:nvPr>
            <p:ph type="body" idx="1"/>
          </p:nvPr>
        </p:nvSpPr>
        <p:spPr>
          <a:xfrm>
            <a:off x="629842" y="1260872"/>
            <a:ext cx="3868340" cy="617934"/>
          </a:xfrm>
          <a:prstGeom prst="rect">
            <a:avLst/>
          </a:prstGeom>
          <a:noFill/>
          <a:ln>
            <a:noFill/>
          </a:ln>
        </p:spPr>
        <p:txBody>
          <a:bodyPr spcFirstLastPara="1" wrap="square" lIns="68480" tIns="34274" rIns="68480" bIns="34274" anchor="b" anchorCtr="0">
            <a:normAutofit/>
          </a:bodyPr>
          <a:lstStyle>
            <a:lvl1pPr marL="456842" lvl="0" indent="-228420" algn="l">
              <a:lnSpc>
                <a:spcPct val="90000"/>
              </a:lnSpc>
              <a:spcBef>
                <a:spcPts val="750"/>
              </a:spcBef>
              <a:spcAft>
                <a:spcPts val="0"/>
              </a:spcAft>
              <a:buClr>
                <a:schemeClr val="dk1"/>
              </a:buClr>
              <a:buSzPts val="1800"/>
              <a:buNone/>
              <a:defRPr sz="1800" b="1"/>
            </a:lvl1pPr>
            <a:lvl2pPr marL="913725" lvl="1" indent="-228420" algn="l">
              <a:lnSpc>
                <a:spcPct val="90000"/>
              </a:lnSpc>
              <a:spcBef>
                <a:spcPts val="375"/>
              </a:spcBef>
              <a:spcAft>
                <a:spcPts val="0"/>
              </a:spcAft>
              <a:buClr>
                <a:schemeClr val="dk1"/>
              </a:buClr>
              <a:buSzPts val="1500"/>
              <a:buNone/>
              <a:defRPr sz="1500" b="1"/>
            </a:lvl2pPr>
            <a:lvl3pPr marL="1370580" lvl="2" indent="-228420" algn="l">
              <a:lnSpc>
                <a:spcPct val="90000"/>
              </a:lnSpc>
              <a:spcBef>
                <a:spcPts val="375"/>
              </a:spcBef>
              <a:spcAft>
                <a:spcPts val="0"/>
              </a:spcAft>
              <a:buClr>
                <a:schemeClr val="dk1"/>
              </a:buClr>
              <a:buSzPts val="1400"/>
              <a:buNone/>
              <a:defRPr sz="1400" b="1"/>
            </a:lvl3pPr>
            <a:lvl4pPr marL="1827449" lvl="3" indent="-228420" algn="l">
              <a:lnSpc>
                <a:spcPct val="90000"/>
              </a:lnSpc>
              <a:spcBef>
                <a:spcPts val="375"/>
              </a:spcBef>
              <a:spcAft>
                <a:spcPts val="0"/>
              </a:spcAft>
              <a:buClr>
                <a:schemeClr val="dk1"/>
              </a:buClr>
              <a:buSzPts val="1200"/>
              <a:buNone/>
              <a:defRPr sz="1200" b="1"/>
            </a:lvl4pPr>
            <a:lvl5pPr marL="2284290" lvl="4" indent="-228420" algn="l">
              <a:lnSpc>
                <a:spcPct val="90000"/>
              </a:lnSpc>
              <a:spcBef>
                <a:spcPts val="375"/>
              </a:spcBef>
              <a:spcAft>
                <a:spcPts val="0"/>
              </a:spcAft>
              <a:buClr>
                <a:schemeClr val="dk1"/>
              </a:buClr>
              <a:buSzPts val="1200"/>
              <a:buNone/>
              <a:defRPr sz="1200" b="1"/>
            </a:lvl5pPr>
            <a:lvl6pPr marL="2741132" lvl="5" indent="-228420" algn="l">
              <a:lnSpc>
                <a:spcPct val="90000"/>
              </a:lnSpc>
              <a:spcBef>
                <a:spcPts val="375"/>
              </a:spcBef>
              <a:spcAft>
                <a:spcPts val="0"/>
              </a:spcAft>
              <a:buClr>
                <a:schemeClr val="dk1"/>
              </a:buClr>
              <a:buSzPts val="1200"/>
              <a:buNone/>
              <a:defRPr sz="1200" b="1"/>
            </a:lvl6pPr>
            <a:lvl7pPr marL="3198000" lvl="6" indent="-228420" algn="l">
              <a:lnSpc>
                <a:spcPct val="90000"/>
              </a:lnSpc>
              <a:spcBef>
                <a:spcPts val="375"/>
              </a:spcBef>
              <a:spcAft>
                <a:spcPts val="0"/>
              </a:spcAft>
              <a:buClr>
                <a:schemeClr val="dk1"/>
              </a:buClr>
              <a:buSzPts val="1200"/>
              <a:buNone/>
              <a:defRPr sz="1200" b="1"/>
            </a:lvl7pPr>
            <a:lvl8pPr marL="3654856" lvl="7" indent="-228420" algn="l">
              <a:lnSpc>
                <a:spcPct val="90000"/>
              </a:lnSpc>
              <a:spcBef>
                <a:spcPts val="375"/>
              </a:spcBef>
              <a:spcAft>
                <a:spcPts val="0"/>
              </a:spcAft>
              <a:buClr>
                <a:schemeClr val="dk1"/>
              </a:buClr>
              <a:buSzPts val="1200"/>
              <a:buNone/>
              <a:defRPr sz="1200" b="1"/>
            </a:lvl8pPr>
            <a:lvl9pPr marL="4111739" lvl="8" indent="-228420" algn="l">
              <a:lnSpc>
                <a:spcPct val="90000"/>
              </a:lnSpc>
              <a:spcBef>
                <a:spcPts val="375"/>
              </a:spcBef>
              <a:spcAft>
                <a:spcPts val="0"/>
              </a:spcAft>
              <a:buClr>
                <a:schemeClr val="dk1"/>
              </a:buClr>
              <a:buSzPts val="1200"/>
              <a:buNone/>
              <a:defRPr sz="1200" b="1"/>
            </a:lvl9pPr>
          </a:lstStyle>
          <a:p>
            <a:endParaRPr/>
          </a:p>
        </p:txBody>
      </p:sp>
      <p:sp>
        <p:nvSpPr>
          <p:cNvPr id="118" name="Google Shape;118;p104"/>
          <p:cNvSpPr txBox="1">
            <a:spLocks noGrp="1"/>
          </p:cNvSpPr>
          <p:nvPr>
            <p:ph type="body" idx="2"/>
          </p:nvPr>
        </p:nvSpPr>
        <p:spPr>
          <a:xfrm>
            <a:off x="629842" y="1878806"/>
            <a:ext cx="3868340" cy="2763441"/>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19" name="Google Shape;119;p104"/>
          <p:cNvSpPr txBox="1">
            <a:spLocks noGrp="1"/>
          </p:cNvSpPr>
          <p:nvPr>
            <p:ph type="body" idx="3"/>
          </p:nvPr>
        </p:nvSpPr>
        <p:spPr>
          <a:xfrm>
            <a:off x="4629152" y="1260872"/>
            <a:ext cx="3887391" cy="617934"/>
          </a:xfrm>
          <a:prstGeom prst="rect">
            <a:avLst/>
          </a:prstGeom>
          <a:noFill/>
          <a:ln>
            <a:noFill/>
          </a:ln>
        </p:spPr>
        <p:txBody>
          <a:bodyPr spcFirstLastPara="1" wrap="square" lIns="68480" tIns="34274" rIns="68480" bIns="34274" anchor="b" anchorCtr="0">
            <a:normAutofit/>
          </a:bodyPr>
          <a:lstStyle>
            <a:lvl1pPr marL="456842" lvl="0" indent="-228420" algn="l">
              <a:lnSpc>
                <a:spcPct val="90000"/>
              </a:lnSpc>
              <a:spcBef>
                <a:spcPts val="750"/>
              </a:spcBef>
              <a:spcAft>
                <a:spcPts val="0"/>
              </a:spcAft>
              <a:buClr>
                <a:schemeClr val="dk1"/>
              </a:buClr>
              <a:buSzPts val="1800"/>
              <a:buNone/>
              <a:defRPr sz="1800" b="1"/>
            </a:lvl1pPr>
            <a:lvl2pPr marL="913725" lvl="1" indent="-228420" algn="l">
              <a:lnSpc>
                <a:spcPct val="90000"/>
              </a:lnSpc>
              <a:spcBef>
                <a:spcPts val="375"/>
              </a:spcBef>
              <a:spcAft>
                <a:spcPts val="0"/>
              </a:spcAft>
              <a:buClr>
                <a:schemeClr val="dk1"/>
              </a:buClr>
              <a:buSzPts val="1500"/>
              <a:buNone/>
              <a:defRPr sz="1500" b="1"/>
            </a:lvl2pPr>
            <a:lvl3pPr marL="1370580" lvl="2" indent="-228420" algn="l">
              <a:lnSpc>
                <a:spcPct val="90000"/>
              </a:lnSpc>
              <a:spcBef>
                <a:spcPts val="375"/>
              </a:spcBef>
              <a:spcAft>
                <a:spcPts val="0"/>
              </a:spcAft>
              <a:buClr>
                <a:schemeClr val="dk1"/>
              </a:buClr>
              <a:buSzPts val="1400"/>
              <a:buNone/>
              <a:defRPr sz="1400" b="1"/>
            </a:lvl3pPr>
            <a:lvl4pPr marL="1827449" lvl="3" indent="-228420" algn="l">
              <a:lnSpc>
                <a:spcPct val="90000"/>
              </a:lnSpc>
              <a:spcBef>
                <a:spcPts val="375"/>
              </a:spcBef>
              <a:spcAft>
                <a:spcPts val="0"/>
              </a:spcAft>
              <a:buClr>
                <a:schemeClr val="dk1"/>
              </a:buClr>
              <a:buSzPts val="1200"/>
              <a:buNone/>
              <a:defRPr sz="1200" b="1"/>
            </a:lvl4pPr>
            <a:lvl5pPr marL="2284290" lvl="4" indent="-228420" algn="l">
              <a:lnSpc>
                <a:spcPct val="90000"/>
              </a:lnSpc>
              <a:spcBef>
                <a:spcPts val="375"/>
              </a:spcBef>
              <a:spcAft>
                <a:spcPts val="0"/>
              </a:spcAft>
              <a:buClr>
                <a:schemeClr val="dk1"/>
              </a:buClr>
              <a:buSzPts val="1200"/>
              <a:buNone/>
              <a:defRPr sz="1200" b="1"/>
            </a:lvl5pPr>
            <a:lvl6pPr marL="2741132" lvl="5" indent="-228420" algn="l">
              <a:lnSpc>
                <a:spcPct val="90000"/>
              </a:lnSpc>
              <a:spcBef>
                <a:spcPts val="375"/>
              </a:spcBef>
              <a:spcAft>
                <a:spcPts val="0"/>
              </a:spcAft>
              <a:buClr>
                <a:schemeClr val="dk1"/>
              </a:buClr>
              <a:buSzPts val="1200"/>
              <a:buNone/>
              <a:defRPr sz="1200" b="1"/>
            </a:lvl6pPr>
            <a:lvl7pPr marL="3198000" lvl="6" indent="-228420" algn="l">
              <a:lnSpc>
                <a:spcPct val="90000"/>
              </a:lnSpc>
              <a:spcBef>
                <a:spcPts val="375"/>
              </a:spcBef>
              <a:spcAft>
                <a:spcPts val="0"/>
              </a:spcAft>
              <a:buClr>
                <a:schemeClr val="dk1"/>
              </a:buClr>
              <a:buSzPts val="1200"/>
              <a:buNone/>
              <a:defRPr sz="1200" b="1"/>
            </a:lvl7pPr>
            <a:lvl8pPr marL="3654856" lvl="7" indent="-228420" algn="l">
              <a:lnSpc>
                <a:spcPct val="90000"/>
              </a:lnSpc>
              <a:spcBef>
                <a:spcPts val="375"/>
              </a:spcBef>
              <a:spcAft>
                <a:spcPts val="0"/>
              </a:spcAft>
              <a:buClr>
                <a:schemeClr val="dk1"/>
              </a:buClr>
              <a:buSzPts val="1200"/>
              <a:buNone/>
              <a:defRPr sz="1200" b="1"/>
            </a:lvl8pPr>
            <a:lvl9pPr marL="4111739" lvl="8" indent="-228420" algn="l">
              <a:lnSpc>
                <a:spcPct val="90000"/>
              </a:lnSpc>
              <a:spcBef>
                <a:spcPts val="375"/>
              </a:spcBef>
              <a:spcAft>
                <a:spcPts val="0"/>
              </a:spcAft>
              <a:buClr>
                <a:schemeClr val="dk1"/>
              </a:buClr>
              <a:buSzPts val="1200"/>
              <a:buNone/>
              <a:defRPr sz="1200" b="1"/>
            </a:lvl9pPr>
          </a:lstStyle>
          <a:p>
            <a:endParaRPr/>
          </a:p>
        </p:txBody>
      </p:sp>
      <p:sp>
        <p:nvSpPr>
          <p:cNvPr id="120" name="Google Shape;120;p104"/>
          <p:cNvSpPr txBox="1">
            <a:spLocks noGrp="1"/>
          </p:cNvSpPr>
          <p:nvPr>
            <p:ph type="body" idx="4"/>
          </p:nvPr>
        </p:nvSpPr>
        <p:spPr>
          <a:xfrm>
            <a:off x="4629152" y="1878806"/>
            <a:ext cx="3887391" cy="2763441"/>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21" name="Google Shape;121;p104"/>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04"/>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04"/>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048587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只有標題" type="titleOnly">
  <p:cSld name="只有標題">
    <p:spTree>
      <p:nvGrpSpPr>
        <p:cNvPr id="1" name="Shape 124"/>
        <p:cNvGrpSpPr/>
        <p:nvPr/>
      </p:nvGrpSpPr>
      <p:grpSpPr>
        <a:xfrm>
          <a:off x="0" y="0"/>
          <a:ext cx="0" cy="0"/>
          <a:chOff x="0" y="0"/>
          <a:chExt cx="0" cy="0"/>
        </a:xfrm>
      </p:grpSpPr>
      <p:sp>
        <p:nvSpPr>
          <p:cNvPr id="125" name="Google Shape;125;p105"/>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105"/>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05"/>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105"/>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168220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只有標題" type="titleOnly">
  <p:cSld name="只有標題">
    <p:spTree>
      <p:nvGrpSpPr>
        <p:cNvPr id="1" name="Shape 124"/>
        <p:cNvGrpSpPr/>
        <p:nvPr/>
      </p:nvGrpSpPr>
      <p:grpSpPr>
        <a:xfrm>
          <a:off x="0" y="0"/>
          <a:ext cx="0" cy="0"/>
          <a:chOff x="0" y="0"/>
          <a:chExt cx="0" cy="0"/>
        </a:xfrm>
      </p:grpSpPr>
      <p:sp>
        <p:nvSpPr>
          <p:cNvPr id="125" name="Google Shape;125;p105"/>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105"/>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05"/>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105"/>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168220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含標題的內容" type="objTx">
  <p:cSld name="含標題的內容">
    <p:spTree>
      <p:nvGrpSpPr>
        <p:cNvPr id="1" name="Shape 133"/>
        <p:cNvGrpSpPr/>
        <p:nvPr/>
      </p:nvGrpSpPr>
      <p:grpSpPr>
        <a:xfrm>
          <a:off x="0" y="0"/>
          <a:ext cx="0" cy="0"/>
          <a:chOff x="0" y="0"/>
          <a:chExt cx="0" cy="0"/>
        </a:xfrm>
      </p:grpSpPr>
      <p:sp>
        <p:nvSpPr>
          <p:cNvPr id="134" name="Google Shape;134;p107"/>
          <p:cNvSpPr txBox="1">
            <a:spLocks noGrp="1"/>
          </p:cNvSpPr>
          <p:nvPr>
            <p:ph type="title"/>
          </p:nvPr>
        </p:nvSpPr>
        <p:spPr>
          <a:xfrm>
            <a:off x="629841" y="342900"/>
            <a:ext cx="2949178" cy="1200150"/>
          </a:xfrm>
          <a:prstGeom prst="rect">
            <a:avLst/>
          </a:prstGeom>
          <a:noFill/>
          <a:ln>
            <a:noFill/>
          </a:ln>
        </p:spPr>
        <p:txBody>
          <a:bodyPr spcFirstLastPara="1" wrap="square" lIns="68480" tIns="34274" rIns="68480" bIns="34274"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107"/>
          <p:cNvSpPr txBox="1">
            <a:spLocks noGrp="1"/>
          </p:cNvSpPr>
          <p:nvPr>
            <p:ph type="body" idx="1"/>
          </p:nvPr>
        </p:nvSpPr>
        <p:spPr>
          <a:xfrm>
            <a:off x="3887391" y="740630"/>
            <a:ext cx="4629150" cy="3655219"/>
          </a:xfrm>
          <a:prstGeom prst="rect">
            <a:avLst/>
          </a:prstGeom>
          <a:noFill/>
          <a:ln>
            <a:noFill/>
          </a:ln>
        </p:spPr>
        <p:txBody>
          <a:bodyPr spcFirstLastPara="1" wrap="square" lIns="68480" tIns="34274" rIns="68480" bIns="34274" anchor="t" anchorCtr="0">
            <a:normAutofit/>
          </a:bodyPr>
          <a:lstStyle>
            <a:lvl1pPr marL="456842" lvl="0" indent="-380729" algn="l">
              <a:lnSpc>
                <a:spcPct val="90000"/>
              </a:lnSpc>
              <a:spcBef>
                <a:spcPts val="750"/>
              </a:spcBef>
              <a:spcAft>
                <a:spcPts val="0"/>
              </a:spcAft>
              <a:buClr>
                <a:schemeClr val="dk1"/>
              </a:buClr>
              <a:buSzPts val="2400"/>
              <a:buChar char="•"/>
              <a:defRPr sz="2400"/>
            </a:lvl1pPr>
            <a:lvl2pPr marL="913725" lvl="1" indent="-361680" algn="l">
              <a:lnSpc>
                <a:spcPct val="90000"/>
              </a:lnSpc>
              <a:spcBef>
                <a:spcPts val="375"/>
              </a:spcBef>
              <a:spcAft>
                <a:spcPts val="0"/>
              </a:spcAft>
              <a:buClr>
                <a:schemeClr val="dk1"/>
              </a:buClr>
              <a:buSzPts val="2100"/>
              <a:buChar char="•"/>
              <a:defRPr sz="2100"/>
            </a:lvl2pPr>
            <a:lvl3pPr marL="1370580" lvl="2" indent="-342632" algn="l">
              <a:lnSpc>
                <a:spcPct val="90000"/>
              </a:lnSpc>
              <a:spcBef>
                <a:spcPts val="375"/>
              </a:spcBef>
              <a:spcAft>
                <a:spcPts val="0"/>
              </a:spcAft>
              <a:buClr>
                <a:schemeClr val="dk1"/>
              </a:buClr>
              <a:buSzPts val="1800"/>
              <a:buChar char="•"/>
              <a:defRPr sz="1800"/>
            </a:lvl3pPr>
            <a:lvl4pPr marL="1827449" lvl="3" indent="-323610" algn="l">
              <a:lnSpc>
                <a:spcPct val="90000"/>
              </a:lnSpc>
              <a:spcBef>
                <a:spcPts val="375"/>
              </a:spcBef>
              <a:spcAft>
                <a:spcPts val="0"/>
              </a:spcAft>
              <a:buClr>
                <a:schemeClr val="dk1"/>
              </a:buClr>
              <a:buSzPts val="1500"/>
              <a:buChar char="•"/>
              <a:defRPr sz="1500"/>
            </a:lvl4pPr>
            <a:lvl5pPr marL="2284290" lvl="4" indent="-323610" algn="l">
              <a:lnSpc>
                <a:spcPct val="90000"/>
              </a:lnSpc>
              <a:spcBef>
                <a:spcPts val="375"/>
              </a:spcBef>
              <a:spcAft>
                <a:spcPts val="0"/>
              </a:spcAft>
              <a:buClr>
                <a:schemeClr val="dk1"/>
              </a:buClr>
              <a:buSzPts val="1500"/>
              <a:buChar char="•"/>
              <a:defRPr sz="1500"/>
            </a:lvl5pPr>
            <a:lvl6pPr marL="2741132" lvl="5" indent="-323610" algn="l">
              <a:lnSpc>
                <a:spcPct val="90000"/>
              </a:lnSpc>
              <a:spcBef>
                <a:spcPts val="375"/>
              </a:spcBef>
              <a:spcAft>
                <a:spcPts val="0"/>
              </a:spcAft>
              <a:buClr>
                <a:schemeClr val="dk1"/>
              </a:buClr>
              <a:buSzPts val="1500"/>
              <a:buChar char="•"/>
              <a:defRPr sz="1500"/>
            </a:lvl6pPr>
            <a:lvl7pPr marL="3198000" lvl="6" indent="-323610" algn="l">
              <a:lnSpc>
                <a:spcPct val="90000"/>
              </a:lnSpc>
              <a:spcBef>
                <a:spcPts val="375"/>
              </a:spcBef>
              <a:spcAft>
                <a:spcPts val="0"/>
              </a:spcAft>
              <a:buClr>
                <a:schemeClr val="dk1"/>
              </a:buClr>
              <a:buSzPts val="1500"/>
              <a:buChar char="•"/>
              <a:defRPr sz="1500"/>
            </a:lvl7pPr>
            <a:lvl8pPr marL="3654856" lvl="7" indent="-323610" algn="l">
              <a:lnSpc>
                <a:spcPct val="90000"/>
              </a:lnSpc>
              <a:spcBef>
                <a:spcPts val="375"/>
              </a:spcBef>
              <a:spcAft>
                <a:spcPts val="0"/>
              </a:spcAft>
              <a:buClr>
                <a:schemeClr val="dk1"/>
              </a:buClr>
              <a:buSzPts val="1500"/>
              <a:buChar char="•"/>
              <a:defRPr sz="1500"/>
            </a:lvl8pPr>
            <a:lvl9pPr marL="4111739" lvl="8" indent="-323610" algn="l">
              <a:lnSpc>
                <a:spcPct val="90000"/>
              </a:lnSpc>
              <a:spcBef>
                <a:spcPts val="375"/>
              </a:spcBef>
              <a:spcAft>
                <a:spcPts val="0"/>
              </a:spcAft>
              <a:buClr>
                <a:schemeClr val="dk1"/>
              </a:buClr>
              <a:buSzPts val="1500"/>
              <a:buChar char="•"/>
              <a:defRPr sz="1500"/>
            </a:lvl9pPr>
          </a:lstStyle>
          <a:p>
            <a:endParaRPr/>
          </a:p>
        </p:txBody>
      </p:sp>
      <p:sp>
        <p:nvSpPr>
          <p:cNvPr id="136" name="Google Shape;136;p107"/>
          <p:cNvSpPr txBox="1">
            <a:spLocks noGrp="1"/>
          </p:cNvSpPr>
          <p:nvPr>
            <p:ph type="body" idx="2"/>
          </p:nvPr>
        </p:nvSpPr>
        <p:spPr>
          <a:xfrm>
            <a:off x="629841" y="1543052"/>
            <a:ext cx="2949178" cy="2858691"/>
          </a:xfrm>
          <a:prstGeom prst="rect">
            <a:avLst/>
          </a:prstGeom>
          <a:noFill/>
          <a:ln>
            <a:noFill/>
          </a:ln>
        </p:spPr>
        <p:txBody>
          <a:bodyPr spcFirstLastPara="1" wrap="square" lIns="68480" tIns="34274" rIns="68480" bIns="34274" anchor="t" anchorCtr="0">
            <a:normAutofit/>
          </a:bodyPr>
          <a:lstStyle>
            <a:lvl1pPr marL="456842" lvl="0" indent="-228420" algn="l">
              <a:lnSpc>
                <a:spcPct val="90000"/>
              </a:lnSpc>
              <a:spcBef>
                <a:spcPts val="750"/>
              </a:spcBef>
              <a:spcAft>
                <a:spcPts val="0"/>
              </a:spcAft>
              <a:buClr>
                <a:schemeClr val="dk1"/>
              </a:buClr>
              <a:buSzPts val="1200"/>
              <a:buNone/>
              <a:defRPr sz="1200"/>
            </a:lvl1pPr>
            <a:lvl2pPr marL="913725" lvl="1" indent="-228420" algn="l">
              <a:lnSpc>
                <a:spcPct val="90000"/>
              </a:lnSpc>
              <a:spcBef>
                <a:spcPts val="375"/>
              </a:spcBef>
              <a:spcAft>
                <a:spcPts val="0"/>
              </a:spcAft>
              <a:buClr>
                <a:schemeClr val="dk1"/>
              </a:buClr>
              <a:buSzPts val="1100"/>
              <a:buNone/>
              <a:defRPr sz="1100"/>
            </a:lvl2pPr>
            <a:lvl3pPr marL="1370580" lvl="2" indent="-228420" algn="l">
              <a:lnSpc>
                <a:spcPct val="90000"/>
              </a:lnSpc>
              <a:spcBef>
                <a:spcPts val="375"/>
              </a:spcBef>
              <a:spcAft>
                <a:spcPts val="0"/>
              </a:spcAft>
              <a:buClr>
                <a:schemeClr val="dk1"/>
              </a:buClr>
              <a:buSzPts val="900"/>
              <a:buNone/>
              <a:defRPr sz="900"/>
            </a:lvl3pPr>
            <a:lvl4pPr marL="1827449" lvl="3" indent="-228420" algn="l">
              <a:lnSpc>
                <a:spcPct val="90000"/>
              </a:lnSpc>
              <a:spcBef>
                <a:spcPts val="375"/>
              </a:spcBef>
              <a:spcAft>
                <a:spcPts val="0"/>
              </a:spcAft>
              <a:buClr>
                <a:schemeClr val="dk1"/>
              </a:buClr>
              <a:buSzPts val="800"/>
              <a:buNone/>
              <a:defRPr sz="800"/>
            </a:lvl4pPr>
            <a:lvl5pPr marL="2284290" lvl="4" indent="-228420" algn="l">
              <a:lnSpc>
                <a:spcPct val="90000"/>
              </a:lnSpc>
              <a:spcBef>
                <a:spcPts val="375"/>
              </a:spcBef>
              <a:spcAft>
                <a:spcPts val="0"/>
              </a:spcAft>
              <a:buClr>
                <a:schemeClr val="dk1"/>
              </a:buClr>
              <a:buSzPts val="800"/>
              <a:buNone/>
              <a:defRPr sz="800"/>
            </a:lvl5pPr>
            <a:lvl6pPr marL="2741132" lvl="5" indent="-228420" algn="l">
              <a:lnSpc>
                <a:spcPct val="90000"/>
              </a:lnSpc>
              <a:spcBef>
                <a:spcPts val="375"/>
              </a:spcBef>
              <a:spcAft>
                <a:spcPts val="0"/>
              </a:spcAft>
              <a:buClr>
                <a:schemeClr val="dk1"/>
              </a:buClr>
              <a:buSzPts val="800"/>
              <a:buNone/>
              <a:defRPr sz="800"/>
            </a:lvl6pPr>
            <a:lvl7pPr marL="3198000" lvl="6" indent="-228420" algn="l">
              <a:lnSpc>
                <a:spcPct val="90000"/>
              </a:lnSpc>
              <a:spcBef>
                <a:spcPts val="375"/>
              </a:spcBef>
              <a:spcAft>
                <a:spcPts val="0"/>
              </a:spcAft>
              <a:buClr>
                <a:schemeClr val="dk1"/>
              </a:buClr>
              <a:buSzPts val="800"/>
              <a:buNone/>
              <a:defRPr sz="800"/>
            </a:lvl7pPr>
            <a:lvl8pPr marL="3654856" lvl="7" indent="-228420" algn="l">
              <a:lnSpc>
                <a:spcPct val="90000"/>
              </a:lnSpc>
              <a:spcBef>
                <a:spcPts val="375"/>
              </a:spcBef>
              <a:spcAft>
                <a:spcPts val="0"/>
              </a:spcAft>
              <a:buClr>
                <a:schemeClr val="dk1"/>
              </a:buClr>
              <a:buSzPts val="800"/>
              <a:buNone/>
              <a:defRPr sz="800"/>
            </a:lvl8pPr>
            <a:lvl9pPr marL="4111739" lvl="8" indent="-228420" algn="l">
              <a:lnSpc>
                <a:spcPct val="90000"/>
              </a:lnSpc>
              <a:spcBef>
                <a:spcPts val="375"/>
              </a:spcBef>
              <a:spcAft>
                <a:spcPts val="0"/>
              </a:spcAft>
              <a:buClr>
                <a:schemeClr val="dk1"/>
              </a:buClr>
              <a:buSzPts val="800"/>
              <a:buNone/>
              <a:defRPr sz="800"/>
            </a:lvl9pPr>
          </a:lstStyle>
          <a:p>
            <a:endParaRPr/>
          </a:p>
        </p:txBody>
      </p:sp>
      <p:sp>
        <p:nvSpPr>
          <p:cNvPr id="137" name="Google Shape;137;p107"/>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107"/>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107"/>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2283693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含標題的內容" type="objTx">
  <p:cSld name="含標題的內容">
    <p:spTree>
      <p:nvGrpSpPr>
        <p:cNvPr id="1" name="Shape 133"/>
        <p:cNvGrpSpPr/>
        <p:nvPr/>
      </p:nvGrpSpPr>
      <p:grpSpPr>
        <a:xfrm>
          <a:off x="0" y="0"/>
          <a:ext cx="0" cy="0"/>
          <a:chOff x="0" y="0"/>
          <a:chExt cx="0" cy="0"/>
        </a:xfrm>
      </p:grpSpPr>
      <p:sp>
        <p:nvSpPr>
          <p:cNvPr id="134" name="Google Shape;134;p107"/>
          <p:cNvSpPr txBox="1">
            <a:spLocks noGrp="1"/>
          </p:cNvSpPr>
          <p:nvPr>
            <p:ph type="title"/>
          </p:nvPr>
        </p:nvSpPr>
        <p:spPr>
          <a:xfrm>
            <a:off x="629841" y="342900"/>
            <a:ext cx="2949178" cy="1200150"/>
          </a:xfrm>
          <a:prstGeom prst="rect">
            <a:avLst/>
          </a:prstGeom>
          <a:noFill/>
          <a:ln>
            <a:noFill/>
          </a:ln>
        </p:spPr>
        <p:txBody>
          <a:bodyPr spcFirstLastPara="1" wrap="square" lIns="68480" tIns="34274" rIns="68480" bIns="34274"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107"/>
          <p:cNvSpPr txBox="1">
            <a:spLocks noGrp="1"/>
          </p:cNvSpPr>
          <p:nvPr>
            <p:ph type="body" idx="1"/>
          </p:nvPr>
        </p:nvSpPr>
        <p:spPr>
          <a:xfrm>
            <a:off x="3887391" y="740630"/>
            <a:ext cx="4629150" cy="3655219"/>
          </a:xfrm>
          <a:prstGeom prst="rect">
            <a:avLst/>
          </a:prstGeom>
          <a:noFill/>
          <a:ln>
            <a:noFill/>
          </a:ln>
        </p:spPr>
        <p:txBody>
          <a:bodyPr spcFirstLastPara="1" wrap="square" lIns="68480" tIns="34274" rIns="68480" bIns="34274" anchor="t" anchorCtr="0">
            <a:normAutofit/>
          </a:bodyPr>
          <a:lstStyle>
            <a:lvl1pPr marL="456842" lvl="0" indent="-380729" algn="l">
              <a:lnSpc>
                <a:spcPct val="90000"/>
              </a:lnSpc>
              <a:spcBef>
                <a:spcPts val="750"/>
              </a:spcBef>
              <a:spcAft>
                <a:spcPts val="0"/>
              </a:spcAft>
              <a:buClr>
                <a:schemeClr val="dk1"/>
              </a:buClr>
              <a:buSzPts val="2400"/>
              <a:buChar char="•"/>
              <a:defRPr sz="2400"/>
            </a:lvl1pPr>
            <a:lvl2pPr marL="913725" lvl="1" indent="-361680" algn="l">
              <a:lnSpc>
                <a:spcPct val="90000"/>
              </a:lnSpc>
              <a:spcBef>
                <a:spcPts val="375"/>
              </a:spcBef>
              <a:spcAft>
                <a:spcPts val="0"/>
              </a:spcAft>
              <a:buClr>
                <a:schemeClr val="dk1"/>
              </a:buClr>
              <a:buSzPts val="2100"/>
              <a:buChar char="•"/>
              <a:defRPr sz="2100"/>
            </a:lvl2pPr>
            <a:lvl3pPr marL="1370580" lvl="2" indent="-342632" algn="l">
              <a:lnSpc>
                <a:spcPct val="90000"/>
              </a:lnSpc>
              <a:spcBef>
                <a:spcPts val="375"/>
              </a:spcBef>
              <a:spcAft>
                <a:spcPts val="0"/>
              </a:spcAft>
              <a:buClr>
                <a:schemeClr val="dk1"/>
              </a:buClr>
              <a:buSzPts val="1800"/>
              <a:buChar char="•"/>
              <a:defRPr sz="1800"/>
            </a:lvl3pPr>
            <a:lvl4pPr marL="1827449" lvl="3" indent="-323610" algn="l">
              <a:lnSpc>
                <a:spcPct val="90000"/>
              </a:lnSpc>
              <a:spcBef>
                <a:spcPts val="375"/>
              </a:spcBef>
              <a:spcAft>
                <a:spcPts val="0"/>
              </a:spcAft>
              <a:buClr>
                <a:schemeClr val="dk1"/>
              </a:buClr>
              <a:buSzPts val="1500"/>
              <a:buChar char="•"/>
              <a:defRPr sz="1500"/>
            </a:lvl4pPr>
            <a:lvl5pPr marL="2284290" lvl="4" indent="-323610" algn="l">
              <a:lnSpc>
                <a:spcPct val="90000"/>
              </a:lnSpc>
              <a:spcBef>
                <a:spcPts val="375"/>
              </a:spcBef>
              <a:spcAft>
                <a:spcPts val="0"/>
              </a:spcAft>
              <a:buClr>
                <a:schemeClr val="dk1"/>
              </a:buClr>
              <a:buSzPts val="1500"/>
              <a:buChar char="•"/>
              <a:defRPr sz="1500"/>
            </a:lvl5pPr>
            <a:lvl6pPr marL="2741132" lvl="5" indent="-323610" algn="l">
              <a:lnSpc>
                <a:spcPct val="90000"/>
              </a:lnSpc>
              <a:spcBef>
                <a:spcPts val="375"/>
              </a:spcBef>
              <a:spcAft>
                <a:spcPts val="0"/>
              </a:spcAft>
              <a:buClr>
                <a:schemeClr val="dk1"/>
              </a:buClr>
              <a:buSzPts val="1500"/>
              <a:buChar char="•"/>
              <a:defRPr sz="1500"/>
            </a:lvl6pPr>
            <a:lvl7pPr marL="3198000" lvl="6" indent="-323610" algn="l">
              <a:lnSpc>
                <a:spcPct val="90000"/>
              </a:lnSpc>
              <a:spcBef>
                <a:spcPts val="375"/>
              </a:spcBef>
              <a:spcAft>
                <a:spcPts val="0"/>
              </a:spcAft>
              <a:buClr>
                <a:schemeClr val="dk1"/>
              </a:buClr>
              <a:buSzPts val="1500"/>
              <a:buChar char="•"/>
              <a:defRPr sz="1500"/>
            </a:lvl7pPr>
            <a:lvl8pPr marL="3654856" lvl="7" indent="-323610" algn="l">
              <a:lnSpc>
                <a:spcPct val="90000"/>
              </a:lnSpc>
              <a:spcBef>
                <a:spcPts val="375"/>
              </a:spcBef>
              <a:spcAft>
                <a:spcPts val="0"/>
              </a:spcAft>
              <a:buClr>
                <a:schemeClr val="dk1"/>
              </a:buClr>
              <a:buSzPts val="1500"/>
              <a:buChar char="•"/>
              <a:defRPr sz="1500"/>
            </a:lvl8pPr>
            <a:lvl9pPr marL="4111739" lvl="8" indent="-323610" algn="l">
              <a:lnSpc>
                <a:spcPct val="90000"/>
              </a:lnSpc>
              <a:spcBef>
                <a:spcPts val="375"/>
              </a:spcBef>
              <a:spcAft>
                <a:spcPts val="0"/>
              </a:spcAft>
              <a:buClr>
                <a:schemeClr val="dk1"/>
              </a:buClr>
              <a:buSzPts val="1500"/>
              <a:buChar char="•"/>
              <a:defRPr sz="1500"/>
            </a:lvl9pPr>
          </a:lstStyle>
          <a:p>
            <a:endParaRPr/>
          </a:p>
        </p:txBody>
      </p:sp>
      <p:sp>
        <p:nvSpPr>
          <p:cNvPr id="136" name="Google Shape;136;p107"/>
          <p:cNvSpPr txBox="1">
            <a:spLocks noGrp="1"/>
          </p:cNvSpPr>
          <p:nvPr>
            <p:ph type="body" idx="2"/>
          </p:nvPr>
        </p:nvSpPr>
        <p:spPr>
          <a:xfrm>
            <a:off x="629841" y="1543052"/>
            <a:ext cx="2949178" cy="2858691"/>
          </a:xfrm>
          <a:prstGeom prst="rect">
            <a:avLst/>
          </a:prstGeom>
          <a:noFill/>
          <a:ln>
            <a:noFill/>
          </a:ln>
        </p:spPr>
        <p:txBody>
          <a:bodyPr spcFirstLastPara="1" wrap="square" lIns="68480" tIns="34274" rIns="68480" bIns="34274" anchor="t" anchorCtr="0">
            <a:normAutofit/>
          </a:bodyPr>
          <a:lstStyle>
            <a:lvl1pPr marL="456842" lvl="0" indent="-228420" algn="l">
              <a:lnSpc>
                <a:spcPct val="90000"/>
              </a:lnSpc>
              <a:spcBef>
                <a:spcPts val="750"/>
              </a:spcBef>
              <a:spcAft>
                <a:spcPts val="0"/>
              </a:spcAft>
              <a:buClr>
                <a:schemeClr val="dk1"/>
              </a:buClr>
              <a:buSzPts val="1200"/>
              <a:buNone/>
              <a:defRPr sz="1200"/>
            </a:lvl1pPr>
            <a:lvl2pPr marL="913725" lvl="1" indent="-228420" algn="l">
              <a:lnSpc>
                <a:spcPct val="90000"/>
              </a:lnSpc>
              <a:spcBef>
                <a:spcPts val="375"/>
              </a:spcBef>
              <a:spcAft>
                <a:spcPts val="0"/>
              </a:spcAft>
              <a:buClr>
                <a:schemeClr val="dk1"/>
              </a:buClr>
              <a:buSzPts val="1100"/>
              <a:buNone/>
              <a:defRPr sz="1100"/>
            </a:lvl2pPr>
            <a:lvl3pPr marL="1370580" lvl="2" indent="-228420" algn="l">
              <a:lnSpc>
                <a:spcPct val="90000"/>
              </a:lnSpc>
              <a:spcBef>
                <a:spcPts val="375"/>
              </a:spcBef>
              <a:spcAft>
                <a:spcPts val="0"/>
              </a:spcAft>
              <a:buClr>
                <a:schemeClr val="dk1"/>
              </a:buClr>
              <a:buSzPts val="900"/>
              <a:buNone/>
              <a:defRPr sz="900"/>
            </a:lvl3pPr>
            <a:lvl4pPr marL="1827449" lvl="3" indent="-228420" algn="l">
              <a:lnSpc>
                <a:spcPct val="90000"/>
              </a:lnSpc>
              <a:spcBef>
                <a:spcPts val="375"/>
              </a:spcBef>
              <a:spcAft>
                <a:spcPts val="0"/>
              </a:spcAft>
              <a:buClr>
                <a:schemeClr val="dk1"/>
              </a:buClr>
              <a:buSzPts val="800"/>
              <a:buNone/>
              <a:defRPr sz="800"/>
            </a:lvl4pPr>
            <a:lvl5pPr marL="2284290" lvl="4" indent="-228420" algn="l">
              <a:lnSpc>
                <a:spcPct val="90000"/>
              </a:lnSpc>
              <a:spcBef>
                <a:spcPts val="375"/>
              </a:spcBef>
              <a:spcAft>
                <a:spcPts val="0"/>
              </a:spcAft>
              <a:buClr>
                <a:schemeClr val="dk1"/>
              </a:buClr>
              <a:buSzPts val="800"/>
              <a:buNone/>
              <a:defRPr sz="800"/>
            </a:lvl5pPr>
            <a:lvl6pPr marL="2741132" lvl="5" indent="-228420" algn="l">
              <a:lnSpc>
                <a:spcPct val="90000"/>
              </a:lnSpc>
              <a:spcBef>
                <a:spcPts val="375"/>
              </a:spcBef>
              <a:spcAft>
                <a:spcPts val="0"/>
              </a:spcAft>
              <a:buClr>
                <a:schemeClr val="dk1"/>
              </a:buClr>
              <a:buSzPts val="800"/>
              <a:buNone/>
              <a:defRPr sz="800"/>
            </a:lvl6pPr>
            <a:lvl7pPr marL="3198000" lvl="6" indent="-228420" algn="l">
              <a:lnSpc>
                <a:spcPct val="90000"/>
              </a:lnSpc>
              <a:spcBef>
                <a:spcPts val="375"/>
              </a:spcBef>
              <a:spcAft>
                <a:spcPts val="0"/>
              </a:spcAft>
              <a:buClr>
                <a:schemeClr val="dk1"/>
              </a:buClr>
              <a:buSzPts val="800"/>
              <a:buNone/>
              <a:defRPr sz="800"/>
            </a:lvl7pPr>
            <a:lvl8pPr marL="3654856" lvl="7" indent="-228420" algn="l">
              <a:lnSpc>
                <a:spcPct val="90000"/>
              </a:lnSpc>
              <a:spcBef>
                <a:spcPts val="375"/>
              </a:spcBef>
              <a:spcAft>
                <a:spcPts val="0"/>
              </a:spcAft>
              <a:buClr>
                <a:schemeClr val="dk1"/>
              </a:buClr>
              <a:buSzPts val="800"/>
              <a:buNone/>
              <a:defRPr sz="800"/>
            </a:lvl8pPr>
            <a:lvl9pPr marL="4111739" lvl="8" indent="-228420" algn="l">
              <a:lnSpc>
                <a:spcPct val="90000"/>
              </a:lnSpc>
              <a:spcBef>
                <a:spcPts val="375"/>
              </a:spcBef>
              <a:spcAft>
                <a:spcPts val="0"/>
              </a:spcAft>
              <a:buClr>
                <a:schemeClr val="dk1"/>
              </a:buClr>
              <a:buSzPts val="800"/>
              <a:buNone/>
              <a:defRPr sz="800"/>
            </a:lvl9pPr>
          </a:lstStyle>
          <a:p>
            <a:endParaRPr/>
          </a:p>
        </p:txBody>
      </p:sp>
      <p:sp>
        <p:nvSpPr>
          <p:cNvPr id="137" name="Google Shape;137;p107"/>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107"/>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107"/>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2283693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含標題的圖片" type="picTx">
  <p:cSld name="含標題的圖片">
    <p:spTree>
      <p:nvGrpSpPr>
        <p:cNvPr id="1" name="Shape 140"/>
        <p:cNvGrpSpPr/>
        <p:nvPr/>
      </p:nvGrpSpPr>
      <p:grpSpPr>
        <a:xfrm>
          <a:off x="0" y="0"/>
          <a:ext cx="0" cy="0"/>
          <a:chOff x="0" y="0"/>
          <a:chExt cx="0" cy="0"/>
        </a:xfrm>
      </p:grpSpPr>
      <p:sp>
        <p:nvSpPr>
          <p:cNvPr id="141" name="Google Shape;141;p108"/>
          <p:cNvSpPr txBox="1">
            <a:spLocks noGrp="1"/>
          </p:cNvSpPr>
          <p:nvPr>
            <p:ph type="title"/>
          </p:nvPr>
        </p:nvSpPr>
        <p:spPr>
          <a:xfrm>
            <a:off x="629841" y="342900"/>
            <a:ext cx="2949178" cy="1200150"/>
          </a:xfrm>
          <a:prstGeom prst="rect">
            <a:avLst/>
          </a:prstGeom>
          <a:noFill/>
          <a:ln>
            <a:noFill/>
          </a:ln>
        </p:spPr>
        <p:txBody>
          <a:bodyPr spcFirstLastPara="1" wrap="square" lIns="68480" tIns="34274" rIns="68480" bIns="34274"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108"/>
          <p:cNvSpPr>
            <a:spLocks noGrp="1"/>
          </p:cNvSpPr>
          <p:nvPr>
            <p:ph type="pic" idx="2"/>
          </p:nvPr>
        </p:nvSpPr>
        <p:spPr>
          <a:xfrm>
            <a:off x="3887391" y="740630"/>
            <a:ext cx="4629150" cy="3655219"/>
          </a:xfrm>
          <a:prstGeom prst="rect">
            <a:avLst/>
          </a:prstGeom>
          <a:noFill/>
          <a:ln>
            <a:noFill/>
          </a:ln>
        </p:spPr>
        <p:txBody>
          <a:bodyPr spcFirstLastPara="1" wrap="square" lIns="68480" tIns="34274" rIns="68480" bIns="34274" anchor="t" anchorCtr="0">
            <a:norm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43" name="Google Shape;143;p108"/>
          <p:cNvSpPr txBox="1">
            <a:spLocks noGrp="1"/>
          </p:cNvSpPr>
          <p:nvPr>
            <p:ph type="body" idx="1"/>
          </p:nvPr>
        </p:nvSpPr>
        <p:spPr>
          <a:xfrm>
            <a:off x="629841" y="1543052"/>
            <a:ext cx="2949178" cy="2858691"/>
          </a:xfrm>
          <a:prstGeom prst="rect">
            <a:avLst/>
          </a:prstGeom>
          <a:noFill/>
          <a:ln>
            <a:noFill/>
          </a:ln>
        </p:spPr>
        <p:txBody>
          <a:bodyPr spcFirstLastPara="1" wrap="square" lIns="68480" tIns="34274" rIns="68480" bIns="34274" anchor="t" anchorCtr="0">
            <a:normAutofit/>
          </a:bodyPr>
          <a:lstStyle>
            <a:lvl1pPr marL="456842" lvl="0" indent="-228420" algn="l">
              <a:lnSpc>
                <a:spcPct val="90000"/>
              </a:lnSpc>
              <a:spcBef>
                <a:spcPts val="750"/>
              </a:spcBef>
              <a:spcAft>
                <a:spcPts val="0"/>
              </a:spcAft>
              <a:buClr>
                <a:schemeClr val="dk1"/>
              </a:buClr>
              <a:buSzPts val="1200"/>
              <a:buNone/>
              <a:defRPr sz="1200"/>
            </a:lvl1pPr>
            <a:lvl2pPr marL="913725" lvl="1" indent="-228420" algn="l">
              <a:lnSpc>
                <a:spcPct val="90000"/>
              </a:lnSpc>
              <a:spcBef>
                <a:spcPts val="375"/>
              </a:spcBef>
              <a:spcAft>
                <a:spcPts val="0"/>
              </a:spcAft>
              <a:buClr>
                <a:schemeClr val="dk1"/>
              </a:buClr>
              <a:buSzPts val="1100"/>
              <a:buNone/>
              <a:defRPr sz="1100"/>
            </a:lvl2pPr>
            <a:lvl3pPr marL="1370580" lvl="2" indent="-228420" algn="l">
              <a:lnSpc>
                <a:spcPct val="90000"/>
              </a:lnSpc>
              <a:spcBef>
                <a:spcPts val="375"/>
              </a:spcBef>
              <a:spcAft>
                <a:spcPts val="0"/>
              </a:spcAft>
              <a:buClr>
                <a:schemeClr val="dk1"/>
              </a:buClr>
              <a:buSzPts val="900"/>
              <a:buNone/>
              <a:defRPr sz="900"/>
            </a:lvl3pPr>
            <a:lvl4pPr marL="1827449" lvl="3" indent="-228420" algn="l">
              <a:lnSpc>
                <a:spcPct val="90000"/>
              </a:lnSpc>
              <a:spcBef>
                <a:spcPts val="375"/>
              </a:spcBef>
              <a:spcAft>
                <a:spcPts val="0"/>
              </a:spcAft>
              <a:buClr>
                <a:schemeClr val="dk1"/>
              </a:buClr>
              <a:buSzPts val="800"/>
              <a:buNone/>
              <a:defRPr sz="800"/>
            </a:lvl4pPr>
            <a:lvl5pPr marL="2284290" lvl="4" indent="-228420" algn="l">
              <a:lnSpc>
                <a:spcPct val="90000"/>
              </a:lnSpc>
              <a:spcBef>
                <a:spcPts val="375"/>
              </a:spcBef>
              <a:spcAft>
                <a:spcPts val="0"/>
              </a:spcAft>
              <a:buClr>
                <a:schemeClr val="dk1"/>
              </a:buClr>
              <a:buSzPts val="800"/>
              <a:buNone/>
              <a:defRPr sz="800"/>
            </a:lvl5pPr>
            <a:lvl6pPr marL="2741132" lvl="5" indent="-228420" algn="l">
              <a:lnSpc>
                <a:spcPct val="90000"/>
              </a:lnSpc>
              <a:spcBef>
                <a:spcPts val="375"/>
              </a:spcBef>
              <a:spcAft>
                <a:spcPts val="0"/>
              </a:spcAft>
              <a:buClr>
                <a:schemeClr val="dk1"/>
              </a:buClr>
              <a:buSzPts val="800"/>
              <a:buNone/>
              <a:defRPr sz="800"/>
            </a:lvl6pPr>
            <a:lvl7pPr marL="3198000" lvl="6" indent="-228420" algn="l">
              <a:lnSpc>
                <a:spcPct val="90000"/>
              </a:lnSpc>
              <a:spcBef>
                <a:spcPts val="375"/>
              </a:spcBef>
              <a:spcAft>
                <a:spcPts val="0"/>
              </a:spcAft>
              <a:buClr>
                <a:schemeClr val="dk1"/>
              </a:buClr>
              <a:buSzPts val="800"/>
              <a:buNone/>
              <a:defRPr sz="800"/>
            </a:lvl7pPr>
            <a:lvl8pPr marL="3654856" lvl="7" indent="-228420" algn="l">
              <a:lnSpc>
                <a:spcPct val="90000"/>
              </a:lnSpc>
              <a:spcBef>
                <a:spcPts val="375"/>
              </a:spcBef>
              <a:spcAft>
                <a:spcPts val="0"/>
              </a:spcAft>
              <a:buClr>
                <a:schemeClr val="dk1"/>
              </a:buClr>
              <a:buSzPts val="800"/>
              <a:buNone/>
              <a:defRPr sz="800"/>
            </a:lvl8pPr>
            <a:lvl9pPr marL="4111739" lvl="8" indent="-228420" algn="l">
              <a:lnSpc>
                <a:spcPct val="90000"/>
              </a:lnSpc>
              <a:spcBef>
                <a:spcPts val="375"/>
              </a:spcBef>
              <a:spcAft>
                <a:spcPts val="0"/>
              </a:spcAft>
              <a:buClr>
                <a:schemeClr val="dk1"/>
              </a:buClr>
              <a:buSzPts val="800"/>
              <a:buNone/>
              <a:defRPr sz="800"/>
            </a:lvl9pPr>
          </a:lstStyle>
          <a:p>
            <a:endParaRPr/>
          </a:p>
        </p:txBody>
      </p:sp>
      <p:sp>
        <p:nvSpPr>
          <p:cNvPr id="144" name="Google Shape;144;p108"/>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108"/>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108"/>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1931994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含標題的圖片" type="picTx">
  <p:cSld name="含標題的圖片">
    <p:spTree>
      <p:nvGrpSpPr>
        <p:cNvPr id="1" name="Shape 140"/>
        <p:cNvGrpSpPr/>
        <p:nvPr/>
      </p:nvGrpSpPr>
      <p:grpSpPr>
        <a:xfrm>
          <a:off x="0" y="0"/>
          <a:ext cx="0" cy="0"/>
          <a:chOff x="0" y="0"/>
          <a:chExt cx="0" cy="0"/>
        </a:xfrm>
      </p:grpSpPr>
      <p:sp>
        <p:nvSpPr>
          <p:cNvPr id="141" name="Google Shape;141;p108"/>
          <p:cNvSpPr txBox="1">
            <a:spLocks noGrp="1"/>
          </p:cNvSpPr>
          <p:nvPr>
            <p:ph type="title"/>
          </p:nvPr>
        </p:nvSpPr>
        <p:spPr>
          <a:xfrm>
            <a:off x="629841" y="342900"/>
            <a:ext cx="2949178" cy="1200150"/>
          </a:xfrm>
          <a:prstGeom prst="rect">
            <a:avLst/>
          </a:prstGeom>
          <a:noFill/>
          <a:ln>
            <a:noFill/>
          </a:ln>
        </p:spPr>
        <p:txBody>
          <a:bodyPr spcFirstLastPara="1" wrap="square" lIns="68480" tIns="34274" rIns="68480" bIns="34274"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108"/>
          <p:cNvSpPr>
            <a:spLocks noGrp="1"/>
          </p:cNvSpPr>
          <p:nvPr>
            <p:ph type="pic" idx="2"/>
          </p:nvPr>
        </p:nvSpPr>
        <p:spPr>
          <a:xfrm>
            <a:off x="3887391" y="740630"/>
            <a:ext cx="4629150" cy="3655219"/>
          </a:xfrm>
          <a:prstGeom prst="rect">
            <a:avLst/>
          </a:prstGeom>
          <a:noFill/>
          <a:ln>
            <a:noFill/>
          </a:ln>
        </p:spPr>
        <p:txBody>
          <a:bodyPr spcFirstLastPara="1" wrap="square" lIns="68480" tIns="34274" rIns="68480" bIns="34274" anchor="t" anchorCtr="0">
            <a:norm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43" name="Google Shape;143;p108"/>
          <p:cNvSpPr txBox="1">
            <a:spLocks noGrp="1"/>
          </p:cNvSpPr>
          <p:nvPr>
            <p:ph type="body" idx="1"/>
          </p:nvPr>
        </p:nvSpPr>
        <p:spPr>
          <a:xfrm>
            <a:off x="629841" y="1543052"/>
            <a:ext cx="2949178" cy="2858691"/>
          </a:xfrm>
          <a:prstGeom prst="rect">
            <a:avLst/>
          </a:prstGeom>
          <a:noFill/>
          <a:ln>
            <a:noFill/>
          </a:ln>
        </p:spPr>
        <p:txBody>
          <a:bodyPr spcFirstLastPara="1" wrap="square" lIns="68480" tIns="34274" rIns="68480" bIns="34274" anchor="t" anchorCtr="0">
            <a:normAutofit/>
          </a:bodyPr>
          <a:lstStyle>
            <a:lvl1pPr marL="456842" lvl="0" indent="-228420" algn="l">
              <a:lnSpc>
                <a:spcPct val="90000"/>
              </a:lnSpc>
              <a:spcBef>
                <a:spcPts val="750"/>
              </a:spcBef>
              <a:spcAft>
                <a:spcPts val="0"/>
              </a:spcAft>
              <a:buClr>
                <a:schemeClr val="dk1"/>
              </a:buClr>
              <a:buSzPts val="1200"/>
              <a:buNone/>
              <a:defRPr sz="1200"/>
            </a:lvl1pPr>
            <a:lvl2pPr marL="913725" lvl="1" indent="-228420" algn="l">
              <a:lnSpc>
                <a:spcPct val="90000"/>
              </a:lnSpc>
              <a:spcBef>
                <a:spcPts val="375"/>
              </a:spcBef>
              <a:spcAft>
                <a:spcPts val="0"/>
              </a:spcAft>
              <a:buClr>
                <a:schemeClr val="dk1"/>
              </a:buClr>
              <a:buSzPts val="1100"/>
              <a:buNone/>
              <a:defRPr sz="1100"/>
            </a:lvl2pPr>
            <a:lvl3pPr marL="1370580" lvl="2" indent="-228420" algn="l">
              <a:lnSpc>
                <a:spcPct val="90000"/>
              </a:lnSpc>
              <a:spcBef>
                <a:spcPts val="375"/>
              </a:spcBef>
              <a:spcAft>
                <a:spcPts val="0"/>
              </a:spcAft>
              <a:buClr>
                <a:schemeClr val="dk1"/>
              </a:buClr>
              <a:buSzPts val="900"/>
              <a:buNone/>
              <a:defRPr sz="900"/>
            </a:lvl3pPr>
            <a:lvl4pPr marL="1827449" lvl="3" indent="-228420" algn="l">
              <a:lnSpc>
                <a:spcPct val="90000"/>
              </a:lnSpc>
              <a:spcBef>
                <a:spcPts val="375"/>
              </a:spcBef>
              <a:spcAft>
                <a:spcPts val="0"/>
              </a:spcAft>
              <a:buClr>
                <a:schemeClr val="dk1"/>
              </a:buClr>
              <a:buSzPts val="800"/>
              <a:buNone/>
              <a:defRPr sz="800"/>
            </a:lvl4pPr>
            <a:lvl5pPr marL="2284290" lvl="4" indent="-228420" algn="l">
              <a:lnSpc>
                <a:spcPct val="90000"/>
              </a:lnSpc>
              <a:spcBef>
                <a:spcPts val="375"/>
              </a:spcBef>
              <a:spcAft>
                <a:spcPts val="0"/>
              </a:spcAft>
              <a:buClr>
                <a:schemeClr val="dk1"/>
              </a:buClr>
              <a:buSzPts val="800"/>
              <a:buNone/>
              <a:defRPr sz="800"/>
            </a:lvl5pPr>
            <a:lvl6pPr marL="2741132" lvl="5" indent="-228420" algn="l">
              <a:lnSpc>
                <a:spcPct val="90000"/>
              </a:lnSpc>
              <a:spcBef>
                <a:spcPts val="375"/>
              </a:spcBef>
              <a:spcAft>
                <a:spcPts val="0"/>
              </a:spcAft>
              <a:buClr>
                <a:schemeClr val="dk1"/>
              </a:buClr>
              <a:buSzPts val="800"/>
              <a:buNone/>
              <a:defRPr sz="800"/>
            </a:lvl6pPr>
            <a:lvl7pPr marL="3198000" lvl="6" indent="-228420" algn="l">
              <a:lnSpc>
                <a:spcPct val="90000"/>
              </a:lnSpc>
              <a:spcBef>
                <a:spcPts val="375"/>
              </a:spcBef>
              <a:spcAft>
                <a:spcPts val="0"/>
              </a:spcAft>
              <a:buClr>
                <a:schemeClr val="dk1"/>
              </a:buClr>
              <a:buSzPts val="800"/>
              <a:buNone/>
              <a:defRPr sz="800"/>
            </a:lvl7pPr>
            <a:lvl8pPr marL="3654856" lvl="7" indent="-228420" algn="l">
              <a:lnSpc>
                <a:spcPct val="90000"/>
              </a:lnSpc>
              <a:spcBef>
                <a:spcPts val="375"/>
              </a:spcBef>
              <a:spcAft>
                <a:spcPts val="0"/>
              </a:spcAft>
              <a:buClr>
                <a:schemeClr val="dk1"/>
              </a:buClr>
              <a:buSzPts val="800"/>
              <a:buNone/>
              <a:defRPr sz="800"/>
            </a:lvl8pPr>
            <a:lvl9pPr marL="4111739" lvl="8" indent="-228420" algn="l">
              <a:lnSpc>
                <a:spcPct val="90000"/>
              </a:lnSpc>
              <a:spcBef>
                <a:spcPts val="375"/>
              </a:spcBef>
              <a:spcAft>
                <a:spcPts val="0"/>
              </a:spcAft>
              <a:buClr>
                <a:schemeClr val="dk1"/>
              </a:buClr>
              <a:buSzPts val="800"/>
              <a:buNone/>
              <a:defRPr sz="800"/>
            </a:lvl9pPr>
          </a:lstStyle>
          <a:p>
            <a:endParaRPr/>
          </a:p>
        </p:txBody>
      </p:sp>
      <p:sp>
        <p:nvSpPr>
          <p:cNvPr id="144" name="Google Shape;144;p108"/>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108"/>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108"/>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1931994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標題及直排文字" type="vertTx">
  <p:cSld name="標題及直排文字">
    <p:spTree>
      <p:nvGrpSpPr>
        <p:cNvPr id="1" name="Shape 147"/>
        <p:cNvGrpSpPr/>
        <p:nvPr/>
      </p:nvGrpSpPr>
      <p:grpSpPr>
        <a:xfrm>
          <a:off x="0" y="0"/>
          <a:ext cx="0" cy="0"/>
          <a:chOff x="0" y="0"/>
          <a:chExt cx="0" cy="0"/>
        </a:xfrm>
      </p:grpSpPr>
      <p:sp>
        <p:nvSpPr>
          <p:cNvPr id="148" name="Google Shape;148;p109"/>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109"/>
          <p:cNvSpPr txBox="1">
            <a:spLocks noGrp="1"/>
          </p:cNvSpPr>
          <p:nvPr>
            <p:ph type="body" idx="1"/>
          </p:nvPr>
        </p:nvSpPr>
        <p:spPr>
          <a:xfrm rot="5400000">
            <a:off x="2940250" y="-942379"/>
            <a:ext cx="3263504" cy="7886700"/>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50" name="Google Shape;150;p109"/>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109"/>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109"/>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1833504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標題及直排文字" type="vertTx">
  <p:cSld name="標題及直排文字">
    <p:spTree>
      <p:nvGrpSpPr>
        <p:cNvPr id="1" name="Shape 147"/>
        <p:cNvGrpSpPr/>
        <p:nvPr/>
      </p:nvGrpSpPr>
      <p:grpSpPr>
        <a:xfrm>
          <a:off x="0" y="0"/>
          <a:ext cx="0" cy="0"/>
          <a:chOff x="0" y="0"/>
          <a:chExt cx="0" cy="0"/>
        </a:xfrm>
      </p:grpSpPr>
      <p:sp>
        <p:nvSpPr>
          <p:cNvPr id="148" name="Google Shape;148;p109"/>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109"/>
          <p:cNvSpPr txBox="1">
            <a:spLocks noGrp="1"/>
          </p:cNvSpPr>
          <p:nvPr>
            <p:ph type="body" idx="1"/>
          </p:nvPr>
        </p:nvSpPr>
        <p:spPr>
          <a:xfrm rot="5400000">
            <a:off x="2940250" y="-942379"/>
            <a:ext cx="3263504" cy="7886700"/>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50" name="Google Shape;150;p109"/>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109"/>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109"/>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1833504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直排標題及文字" type="vertTitleAndTx">
  <p:cSld name="直排標題及文字">
    <p:spTree>
      <p:nvGrpSpPr>
        <p:cNvPr id="1" name="Shape 153"/>
        <p:cNvGrpSpPr/>
        <p:nvPr/>
      </p:nvGrpSpPr>
      <p:grpSpPr>
        <a:xfrm>
          <a:off x="0" y="0"/>
          <a:ext cx="0" cy="0"/>
          <a:chOff x="0" y="0"/>
          <a:chExt cx="0" cy="0"/>
        </a:xfrm>
      </p:grpSpPr>
      <p:sp>
        <p:nvSpPr>
          <p:cNvPr id="154" name="Google Shape;154;p110"/>
          <p:cNvSpPr txBox="1">
            <a:spLocks noGrp="1"/>
          </p:cNvSpPr>
          <p:nvPr>
            <p:ph type="title"/>
          </p:nvPr>
        </p:nvSpPr>
        <p:spPr>
          <a:xfrm rot="5400000">
            <a:off x="5350104" y="1467479"/>
            <a:ext cx="4358879" cy="1971675"/>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110"/>
          <p:cNvSpPr txBox="1">
            <a:spLocks noGrp="1"/>
          </p:cNvSpPr>
          <p:nvPr>
            <p:ph type="body" idx="1"/>
          </p:nvPr>
        </p:nvSpPr>
        <p:spPr>
          <a:xfrm rot="5400000">
            <a:off x="1349605" y="-447047"/>
            <a:ext cx="4358879" cy="5800725"/>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56" name="Google Shape;156;p110"/>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110"/>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110"/>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630405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直排標題及文字" type="vertTitleAndTx">
  <p:cSld name="直排標題及文字">
    <p:spTree>
      <p:nvGrpSpPr>
        <p:cNvPr id="1" name="Shape 153"/>
        <p:cNvGrpSpPr/>
        <p:nvPr/>
      </p:nvGrpSpPr>
      <p:grpSpPr>
        <a:xfrm>
          <a:off x="0" y="0"/>
          <a:ext cx="0" cy="0"/>
          <a:chOff x="0" y="0"/>
          <a:chExt cx="0" cy="0"/>
        </a:xfrm>
      </p:grpSpPr>
      <p:sp>
        <p:nvSpPr>
          <p:cNvPr id="154" name="Google Shape;154;p110"/>
          <p:cNvSpPr txBox="1">
            <a:spLocks noGrp="1"/>
          </p:cNvSpPr>
          <p:nvPr>
            <p:ph type="title"/>
          </p:nvPr>
        </p:nvSpPr>
        <p:spPr>
          <a:xfrm rot="5400000">
            <a:off x="5350104" y="1467479"/>
            <a:ext cx="4358879" cy="1971675"/>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110"/>
          <p:cNvSpPr txBox="1">
            <a:spLocks noGrp="1"/>
          </p:cNvSpPr>
          <p:nvPr>
            <p:ph type="body" idx="1"/>
          </p:nvPr>
        </p:nvSpPr>
        <p:spPr>
          <a:xfrm rot="5400000">
            <a:off x="1349605" y="-447047"/>
            <a:ext cx="4358879" cy="5800725"/>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56" name="Google Shape;156;p110"/>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110"/>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110"/>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630405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BA1C8DEA-F152-4CE9-A566-9786855746A0}" type="datetime1">
              <a:rPr lang="zh-TW" altLang="en-US" smtClean="0"/>
              <a:t>2026/1/3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747DD56-38EE-41AC-B578-8798F888B38C}" type="slidenum">
              <a:rPr lang="zh-TW" altLang="en-US" smtClean="0"/>
              <a:t>‹#›</a:t>
            </a:fld>
            <a:endParaRPr lang="zh-TW" altLang="en-US"/>
          </a:p>
        </p:txBody>
      </p:sp>
    </p:spTree>
    <p:extLst>
      <p:ext uri="{BB962C8B-B14F-4D97-AF65-F5344CB8AC3E}">
        <p14:creationId xmlns:p14="http://schemas.microsoft.com/office/powerpoint/2010/main" val="1152309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1"/>
            <a:ext cx="7848600" cy="1445419"/>
          </a:xfrm>
        </p:spPr>
        <p:txBody>
          <a:bodyPr anchor="b">
            <a:noAutofit/>
          </a:bodyPr>
          <a:lstStyle>
            <a:lvl1pPr>
              <a:defRPr sz="4050" cap="all" baseline="0"/>
            </a:lvl1pPr>
          </a:lstStyle>
          <a:p>
            <a:r>
              <a:rPr lang="zh-TW" altLang="en-US"/>
              <a:t>按一下以編輯母片標題樣式</a:t>
            </a:r>
            <a:endParaRPr lang="en-US" dirty="0"/>
          </a:p>
        </p:txBody>
      </p:sp>
      <p:sp>
        <p:nvSpPr>
          <p:cNvPr id="3" name="Subtitle 2"/>
          <p:cNvSpPr>
            <a:spLocks noGrp="1"/>
          </p:cNvSpPr>
          <p:nvPr>
            <p:ph type="subTitle" idx="1"/>
          </p:nvPr>
        </p:nvSpPr>
        <p:spPr>
          <a:xfrm>
            <a:off x="685800" y="2628900"/>
            <a:ext cx="6400800" cy="1314450"/>
          </a:xfrm>
        </p:spPr>
        <p:txBody>
          <a:bodyPr/>
          <a:lstStyle>
            <a:lvl1pPr marL="0" indent="0" algn="l">
              <a:buNone/>
              <a:defRPr>
                <a:solidFill>
                  <a:schemeClr val="tx1">
                    <a:lumMod val="75000"/>
                    <a:lumOff val="2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EFE6EB62-44C9-40F9-A36C-E0D8E94446A8}" type="datetime1">
              <a:rPr lang="zh-TW" altLang="en-US" smtClean="0"/>
              <a:t>2026/1/3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747DD56-38EE-41AC-B578-8798F888B38C}" type="slidenum">
              <a:rPr lang="zh-TW" altLang="en-US" smtClean="0"/>
              <a:t>‹#›</a:t>
            </a:fld>
            <a:endParaRPr lang="zh-TW" altLang="en-US"/>
          </a:p>
        </p:txBody>
      </p:sp>
      <p:cxnSp>
        <p:nvCxnSpPr>
          <p:cNvPr id="8" name="Straight Connector 7"/>
          <p:cNvCxnSpPr/>
          <p:nvPr/>
        </p:nvCxnSpPr>
        <p:spPr>
          <a:xfrm>
            <a:off x="685800" y="2548890"/>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15723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jpeg"/></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Shape 84"/>
        <p:cNvGrpSpPr/>
        <p:nvPr/>
      </p:nvGrpSpPr>
      <p:grpSpPr>
        <a:xfrm>
          <a:off x="0" y="0"/>
          <a:ext cx="0" cy="0"/>
          <a:chOff x="0" y="0"/>
          <a:chExt cx="0" cy="0"/>
        </a:xfrm>
      </p:grpSpPr>
      <p:sp>
        <p:nvSpPr>
          <p:cNvPr id="85" name="Google Shape;85;p26"/>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26"/>
          <p:cNvSpPr txBox="1">
            <a:spLocks noGrp="1"/>
          </p:cNvSpPr>
          <p:nvPr>
            <p:ph type="body" idx="1"/>
          </p:nvPr>
        </p:nvSpPr>
        <p:spPr>
          <a:xfrm>
            <a:off x="628650" y="1369219"/>
            <a:ext cx="7886700" cy="3263504"/>
          </a:xfrm>
          <a:prstGeom prst="rect">
            <a:avLst/>
          </a:prstGeom>
          <a:noFill/>
          <a:ln>
            <a:noFill/>
          </a:ln>
        </p:spPr>
        <p:txBody>
          <a:bodyPr spcFirstLastPara="1" wrap="square" lIns="68480" tIns="34274" rIns="68480" bIns="34274"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7" name="Google Shape;87;p26"/>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8" name="Google Shape;88;p26"/>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9" name="Google Shape;89;p26"/>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2310299774"/>
      </p:ext>
    </p:extLst>
  </p:cSld>
  <p:clrMap bg1="lt1" tx1="dk1" bg2="dk2" tx2="lt2" accent1="accent1" accent2="accent2" accent3="accent3" accent4="accent4" accent5="accent5" accent6="accent6" hlink="hlink" folHlink="folHlink"/>
  <p:sldLayoutIdLst>
    <p:sldLayoutId id="2147483724" r:id="rId1"/>
    <p:sldLayoutId id="2147483728" r:id="rId2"/>
    <p:sldLayoutId id="2147483729" r:id="rId3"/>
    <p:sldLayoutId id="2147483731" r:id="rId4"/>
    <p:sldLayoutId id="2147483732" r:id="rId5"/>
    <p:sldLayoutId id="2147483733" r:id="rId6"/>
    <p:sldLayoutId id="214748373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Shape 84"/>
        <p:cNvGrpSpPr/>
        <p:nvPr/>
      </p:nvGrpSpPr>
      <p:grpSpPr>
        <a:xfrm>
          <a:off x="0" y="0"/>
          <a:ext cx="0" cy="0"/>
          <a:chOff x="0" y="0"/>
          <a:chExt cx="0" cy="0"/>
        </a:xfrm>
      </p:grpSpPr>
      <p:sp>
        <p:nvSpPr>
          <p:cNvPr id="85" name="Google Shape;85;p26"/>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26"/>
          <p:cNvSpPr txBox="1">
            <a:spLocks noGrp="1"/>
          </p:cNvSpPr>
          <p:nvPr>
            <p:ph type="body" idx="1"/>
          </p:nvPr>
        </p:nvSpPr>
        <p:spPr>
          <a:xfrm>
            <a:off x="628650" y="1369219"/>
            <a:ext cx="7886700" cy="3263504"/>
          </a:xfrm>
          <a:prstGeom prst="rect">
            <a:avLst/>
          </a:prstGeom>
          <a:noFill/>
          <a:ln>
            <a:noFill/>
          </a:ln>
        </p:spPr>
        <p:txBody>
          <a:bodyPr spcFirstLastPara="1" wrap="square" lIns="68480" tIns="34274" rIns="68480" bIns="34274"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7" name="Google Shape;87;p26"/>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8" name="Google Shape;88;p26"/>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9" name="Google Shape;89;p26"/>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2310299774"/>
      </p:ext>
    </p:extLst>
  </p:cSld>
  <p:clrMap bg1="lt1" tx1="dk1" bg2="dk2" tx2="lt2" accent1="accent1" accent2="accent2" accent3="accent3" accent4="accent4" accent5="accent5" accent6="accent6" hlink="hlink" folHlink="folHlink"/>
  <p:sldLayoutIdLst>
    <p:sldLayoutId id="2147483724" r:id="rId1"/>
    <p:sldLayoutId id="2147483728" r:id="rId2"/>
    <p:sldLayoutId id="2147483729" r:id="rId3"/>
    <p:sldLayoutId id="2147483731" r:id="rId4"/>
    <p:sldLayoutId id="2147483732" r:id="rId5"/>
    <p:sldLayoutId id="2147483733" r:id="rId6"/>
    <p:sldLayoutId id="214748373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165590"/>
            <a:ext cx="9144000" cy="1714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457200" y="400050"/>
            <a:ext cx="8229600" cy="742950"/>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457200" y="1200150"/>
            <a:ext cx="8229600" cy="36576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Rectangle 6"/>
          <p:cNvSpPr/>
          <p:nvPr/>
        </p:nvSpPr>
        <p:spPr>
          <a:xfrm>
            <a:off x="0" y="0"/>
            <a:ext cx="9144000" cy="27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Date Placeholder 3"/>
          <p:cNvSpPr>
            <a:spLocks noGrp="1"/>
          </p:cNvSpPr>
          <p:nvPr>
            <p:ph type="dt" sz="half" idx="2"/>
          </p:nvPr>
        </p:nvSpPr>
        <p:spPr>
          <a:xfrm>
            <a:off x="457200" y="13716"/>
            <a:ext cx="2895600" cy="246888"/>
          </a:xfrm>
          <a:prstGeom prst="rect">
            <a:avLst/>
          </a:prstGeom>
        </p:spPr>
        <p:txBody>
          <a:bodyPr vert="horz" lIns="91440" tIns="45720" rIns="91440" bIns="45720" rtlCol="0" anchor="ctr"/>
          <a:lstStyle>
            <a:lvl1pPr algn="l">
              <a:defRPr sz="900">
                <a:solidFill>
                  <a:srgbClr val="FFFFFF"/>
                </a:solidFill>
              </a:defRPr>
            </a:lvl1pPr>
          </a:lstStyle>
          <a:p>
            <a:fld id="{295D6386-C4C1-4C16-B356-141A6C73770F}" type="datetime1">
              <a:rPr lang="zh-TW" altLang="en-US" smtClean="0"/>
              <a:t>2026/1/3</a:t>
            </a:fld>
            <a:endParaRPr lang="zh-TW" altLang="en-US"/>
          </a:p>
        </p:txBody>
      </p:sp>
      <p:sp>
        <p:nvSpPr>
          <p:cNvPr id="5" name="Footer Placeholder 4"/>
          <p:cNvSpPr>
            <a:spLocks noGrp="1"/>
          </p:cNvSpPr>
          <p:nvPr>
            <p:ph type="ftr" sz="quarter" idx="3"/>
          </p:nvPr>
        </p:nvSpPr>
        <p:spPr>
          <a:xfrm>
            <a:off x="3429000" y="13716"/>
            <a:ext cx="4114800" cy="246888"/>
          </a:xfrm>
          <a:prstGeom prst="rect">
            <a:avLst/>
          </a:prstGeom>
        </p:spPr>
        <p:txBody>
          <a:bodyPr vert="horz" lIns="91440" tIns="45720" rIns="91440" bIns="45720" rtlCol="0" anchor="ctr"/>
          <a:lstStyle>
            <a:lvl1pPr algn="ctr">
              <a:defRPr sz="900">
                <a:solidFill>
                  <a:srgbClr val="FFFFFF"/>
                </a:solidFill>
              </a:defRPr>
            </a:lvl1pPr>
          </a:lstStyle>
          <a:p>
            <a:endParaRPr lang="zh-TW" altLang="en-US"/>
          </a:p>
        </p:txBody>
      </p:sp>
      <p:sp>
        <p:nvSpPr>
          <p:cNvPr id="6" name="Slide Number Placeholder 5"/>
          <p:cNvSpPr>
            <a:spLocks noGrp="1"/>
          </p:cNvSpPr>
          <p:nvPr>
            <p:ph type="sldNum" sz="quarter" idx="4"/>
          </p:nvPr>
        </p:nvSpPr>
        <p:spPr>
          <a:xfrm>
            <a:off x="7620000" y="13716"/>
            <a:ext cx="1066800" cy="246888"/>
          </a:xfrm>
          <a:prstGeom prst="rect">
            <a:avLst/>
          </a:prstGeom>
        </p:spPr>
        <p:txBody>
          <a:bodyPr vert="horz" lIns="91440" tIns="45720" rIns="91440" bIns="45720" rtlCol="0" anchor="ctr"/>
          <a:lstStyle>
            <a:lvl1pPr algn="l">
              <a:defRPr sz="1050" b="1">
                <a:solidFill>
                  <a:srgbClr val="FFFFFF"/>
                </a:solidFill>
              </a:defRPr>
            </a:lvl1pPr>
          </a:lstStyle>
          <a:p>
            <a:fld id="{D747DD56-38EE-41AC-B578-8798F888B38C}" type="slidenum">
              <a:rPr lang="zh-TW" altLang="en-US" smtClean="0"/>
              <a:t>‹#›</a:t>
            </a:fld>
            <a:endParaRPr lang="zh-TW" altLang="en-US"/>
          </a:p>
        </p:txBody>
      </p:sp>
    </p:spTree>
    <p:extLst>
      <p:ext uri="{BB962C8B-B14F-4D97-AF65-F5344CB8AC3E}">
        <p14:creationId xmlns:p14="http://schemas.microsoft.com/office/powerpoint/2010/main" val="163230643"/>
      </p:ext>
    </p:extLst>
  </p:cSld>
  <p:clrMap bg1="lt1" tx1="dk1" bg2="lt2" tx2="dk2" accent1="accent1" accent2="accent2" accent3="accent3" accent4="accent4" accent5="accent5" accent6="accent6" hlink="hlink" folHlink="folHlink"/>
  <p:sldLayoutIdLst>
    <p:sldLayoutId id="2147483758" r:id="rId1"/>
    <p:sldLayoutId id="2147483759" r:id="rId2"/>
  </p:sldLayoutIdLst>
  <p:hf hdr="0" ftr="0" dt="0"/>
  <p:txStyles>
    <p:titleStyle>
      <a:lvl1pPr algn="l" defTabSz="685800" rtl="0" eaLnBrk="1" latinLnBrk="0" hangingPunct="1">
        <a:spcBef>
          <a:spcPct val="0"/>
        </a:spcBef>
        <a:buNone/>
        <a:defRPr sz="3000" kern="1200" spc="-75" baseline="0">
          <a:solidFill>
            <a:schemeClr val="tx2"/>
          </a:solidFill>
          <a:latin typeface="+mj-lt"/>
          <a:ea typeface="+mj-ea"/>
          <a:cs typeface="+mj-cs"/>
        </a:defRPr>
      </a:lvl1pPr>
    </p:titleStyle>
    <p:bodyStyle>
      <a:lvl1pPr marL="137160" indent="-137160" algn="l" defTabSz="685800" rtl="0" eaLnBrk="1" latinLnBrk="0" hangingPunct="1">
        <a:spcBef>
          <a:spcPct val="20000"/>
        </a:spcBef>
        <a:buClr>
          <a:schemeClr val="accent1"/>
        </a:buClr>
        <a:buSzPct val="85000"/>
        <a:buFont typeface="Arial" pitchFamily="34" charset="0"/>
        <a:buChar char="•"/>
        <a:defRPr sz="1800" kern="1200">
          <a:solidFill>
            <a:schemeClr val="tx1"/>
          </a:solidFill>
          <a:latin typeface="+mn-lt"/>
          <a:ea typeface="+mn-ea"/>
          <a:cs typeface="+mn-cs"/>
        </a:defRPr>
      </a:lvl1pPr>
      <a:lvl2pPr marL="342900" indent="-137160" algn="l" defTabSz="685800" rtl="0" eaLnBrk="1" latinLnBrk="0" hangingPunct="1">
        <a:spcBef>
          <a:spcPct val="20000"/>
        </a:spcBef>
        <a:buClr>
          <a:schemeClr val="accent1"/>
        </a:buClr>
        <a:buSzPct val="85000"/>
        <a:buFont typeface="Arial" pitchFamily="34" charset="0"/>
        <a:buChar char="•"/>
        <a:defRPr sz="1500" kern="1200">
          <a:solidFill>
            <a:schemeClr val="tx1"/>
          </a:solidFill>
          <a:latin typeface="+mn-lt"/>
          <a:ea typeface="+mn-ea"/>
          <a:cs typeface="+mn-cs"/>
        </a:defRPr>
      </a:lvl2pPr>
      <a:lvl3pPr marL="548640" indent="-137160" algn="l" defTabSz="685800" rtl="0" eaLnBrk="1" latinLnBrk="0" hangingPunct="1">
        <a:spcBef>
          <a:spcPct val="20000"/>
        </a:spcBef>
        <a:buClr>
          <a:schemeClr val="accent1"/>
        </a:buClr>
        <a:buSzPct val="90000"/>
        <a:buFont typeface="Arial" pitchFamily="34" charset="0"/>
        <a:buChar char="•"/>
        <a:defRPr sz="1350" kern="1200">
          <a:solidFill>
            <a:schemeClr val="tx1"/>
          </a:solidFill>
          <a:latin typeface="+mn-lt"/>
          <a:ea typeface="+mn-ea"/>
          <a:cs typeface="+mn-cs"/>
        </a:defRPr>
      </a:lvl3pPr>
      <a:lvl4pPr marL="754380" indent="-137160" algn="l" defTabSz="685800"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4pPr>
      <a:lvl5pPr marL="891540" indent="-102870" algn="l" defTabSz="685800" rtl="0" eaLnBrk="1" latinLnBrk="0" hangingPunct="1">
        <a:spcBef>
          <a:spcPct val="20000"/>
        </a:spcBef>
        <a:buClr>
          <a:schemeClr val="accent1"/>
        </a:buClr>
        <a:buSzPct val="100000"/>
        <a:buFont typeface="Arial" pitchFamily="34" charset="0"/>
        <a:buChar char="•"/>
        <a:defRPr sz="1050" kern="1200" baseline="0">
          <a:solidFill>
            <a:schemeClr val="tx1"/>
          </a:solidFill>
          <a:latin typeface="+mn-lt"/>
          <a:ea typeface="+mn-ea"/>
          <a:cs typeface="+mn-cs"/>
        </a:defRPr>
      </a:lvl5pPr>
      <a:lvl6pPr marL="1028700" indent="-137160" algn="l" defTabSz="685800"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6pPr>
      <a:lvl7pPr marL="1165860" indent="-137160" algn="l" defTabSz="685800"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7pPr>
      <a:lvl8pPr marL="1303020" indent="-137160" algn="l" defTabSz="685800"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8pPr>
      <a:lvl9pPr marL="1440180" indent="-137160" algn="l" defTabSz="685800"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49085" y="1123097"/>
            <a:ext cx="7445829" cy="2103957"/>
          </a:xfrm>
          <a:prstGeom prst="rect">
            <a:avLst/>
          </a:prstGeom>
          <a:noFill/>
        </p:spPr>
        <p:txBody>
          <a:bodyPr wrap="none">
            <a:spAutoFit/>
          </a:bodyPr>
          <a:lstStyle/>
          <a:p>
            <a:pPr algn="ctr"/>
            <a:r>
              <a:rPr sz="1900">
                <a:solidFill>
                  <a:srgbClr val="1B366A"/>
                </a:solidFill>
                <a:latin typeface="華康新特明體"/>
              </a:rPr>
              <a:t>2025年12月31日</a:t>
            </a:r>
          </a:p>
          <a:p>
            <a:pPr algn="ctr"/>
            <a:r>
              <a:rPr sz="5500">
                <a:solidFill>
                  <a:srgbClr val="1B366A"/>
                </a:solidFill>
                <a:latin typeface="華康新特明體"/>
              </a:rPr>
              <a:t>週三禮拜</a:t>
            </a:r>
          </a:p>
        </p:txBody>
      </p:sp>
      <p:sp>
        <p:nvSpPr>
          <p:cNvPr id="5" name="TextBox 4"/>
          <p:cNvSpPr txBox="1"/>
          <p:nvPr/>
        </p:nvSpPr>
        <p:spPr>
          <a:xfrm>
            <a:off x="849085" y="3928624"/>
            <a:ext cx="7445829" cy="361605"/>
          </a:xfrm>
          <a:prstGeom prst="rect">
            <a:avLst/>
          </a:prstGeom>
          <a:noFill/>
        </p:spPr>
        <p:txBody>
          <a:bodyPr wrap="none">
            <a:spAutoFit/>
          </a:bodyPr>
          <a:lstStyle/>
          <a:p>
            <a:pPr algn="ctr"/>
            <a:r>
              <a:rPr sz="1900">
                <a:solidFill>
                  <a:srgbClr val="4A6998"/>
                </a:solidFill>
                <a:latin typeface="華康新特明體"/>
              </a:rPr>
              <a:t>20:00開始讚美∣請以禱告預備</a:t>
            </a:r>
          </a:p>
        </p:txBody>
      </p:sp>
      <p:sp>
        <p:nvSpPr>
          <p:cNvPr id="6" name="TextBox 5"/>
          <p:cNvSpPr txBox="1"/>
          <p:nvPr/>
        </p:nvSpPr>
        <p:spPr>
          <a:xfrm>
            <a:off x="1104062" y="3106255"/>
            <a:ext cx="6935874" cy="822369"/>
          </a:xfrm>
          <a:prstGeom prst="rect">
            <a:avLst/>
          </a:prstGeom>
          <a:noFill/>
        </p:spPr>
        <p:txBody>
          <a:bodyPr wrap="none">
            <a:spAutoFit/>
          </a:bodyPr>
          <a:lstStyle/>
          <a:p>
            <a:pPr/>
            <a:r>
              <a:rPr sz="1900">
                <a:solidFill>
                  <a:srgbClr val="1B366A"/>
                </a:solidFill>
                <a:latin typeface="華康新特明體"/>
              </a:rPr>
              <a:t>【箴言27章12節、詩篇46篇1節】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49085" y="1123097"/>
            <a:ext cx="7445829" cy="2103957"/>
          </a:xfrm>
          <a:prstGeom prst="rect">
            <a:avLst/>
          </a:prstGeom>
          <a:noFill/>
        </p:spPr>
        <p:txBody>
          <a:bodyPr wrap="none">
            <a:spAutoFit/>
          </a:bodyPr>
          <a:lstStyle/>
          <a:p>
            <a:pPr algn="ctr"/>
            <a:r>
              <a:rPr sz="1900">
                <a:solidFill>
                  <a:srgbClr val="1B366A"/>
                </a:solidFill>
                <a:latin typeface="華康新特明體"/>
              </a:rPr>
              <a:t>2025年12月31日</a:t>
            </a:r>
          </a:p>
          <a:p>
            <a:pPr algn="ctr"/>
            <a:r>
              <a:rPr sz="5500">
                <a:solidFill>
                  <a:srgbClr val="1B366A"/>
                </a:solidFill>
                <a:latin typeface="華康新特明體"/>
              </a:rPr>
              <a:t>週三禮拜</a:t>
            </a:r>
          </a:p>
        </p:txBody>
      </p:sp>
      <p:sp>
        <p:nvSpPr>
          <p:cNvPr id="5" name="TextBox 4"/>
          <p:cNvSpPr txBox="1"/>
          <p:nvPr/>
        </p:nvSpPr>
        <p:spPr>
          <a:xfrm>
            <a:off x="1104062" y="3106255"/>
            <a:ext cx="6935874" cy="822369"/>
          </a:xfrm>
          <a:prstGeom prst="rect">
            <a:avLst/>
          </a:prstGeom>
          <a:noFill/>
        </p:spPr>
        <p:txBody>
          <a:bodyPr wrap="none">
            <a:spAutoFit/>
          </a:bodyPr>
          <a:lstStyle/>
          <a:p>
            <a:pPr/>
            <a:r>
              <a:rPr sz="1900">
                <a:solidFill>
                  <a:srgbClr val="1B366A"/>
                </a:solidFill>
                <a:latin typeface="華康新特明體"/>
              </a:rPr>
              <a:t>【箴言27章12節、詩篇46篇1節】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49085" y="1739650"/>
            <a:ext cx="7445829" cy="1664199"/>
          </a:xfrm>
          <a:prstGeom prst="rect">
            <a:avLst/>
          </a:prstGeom>
          <a:noFill/>
        </p:spPr>
        <p:txBody>
          <a:bodyPr wrap="none">
            <a:spAutoFit/>
          </a:bodyPr>
          <a:lstStyle/>
          <a:p>
            <a:pPr algn="ctr"/>
            <a:r>
              <a:rPr sz="3700">
                <a:solidFill>
                  <a:srgbClr val="1B366A"/>
                </a:solidFill>
                <a:latin typeface="華康新特明體"/>
              </a:rPr>
              <a:t>代表禱告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49085" y="1739650"/>
            <a:ext cx="7445829" cy="1664199"/>
          </a:xfrm>
          <a:prstGeom prst="rect">
            <a:avLst/>
          </a:prstGeom>
          <a:noFill/>
        </p:spPr>
        <p:txBody>
          <a:bodyPr wrap="none">
            <a:spAutoFit/>
          </a:bodyPr>
          <a:lstStyle/>
          <a:p>
            <a:pPr algn="ctr"/>
            <a:r>
              <a:rPr sz="3700">
                <a:solidFill>
                  <a:srgbClr val="1B366A"/>
                </a:solidFill>
                <a:latin typeface="華康新特明體"/>
              </a:rPr>
              <a:t>聖經奉讀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64000" y="1005750"/>
            <a:ext cx="7416000" cy="3132000"/>
          </a:xfrm>
          <a:prstGeom prst="rect">
            <a:avLst/>
          </a:prstGeom>
          <a:noFill/>
        </p:spPr>
        <p:txBody>
          <a:bodyPr wrap="none">
            <a:spAutoFit/>
          </a:bodyPr>
          <a:lstStyle/>
          <a:p>
            <a:pPr/>
            <a:r>
              <a:rPr sz="2700" b="1">
                <a:solidFill>
                  <a:srgbClr val="799BC1"/>
                </a:solidFill>
                <a:latin typeface="微軟正黑體"/>
              </a:rPr>
              <a:t>【箴言27章12節】</a:t>
            </a:r>
          </a:p>
          <a:p>
            <a:pPr/>
            <a:r>
              <a:rPr sz="2700" b="1">
                <a:solidFill>
                  <a:srgbClr val="1B366A"/>
                </a:solidFill>
                <a:latin typeface="微軟正黑體"/>
              </a:rPr>
              <a:t>通達人見禍藏躲；愚蒙人前往受害。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64000" y="1005750"/>
            <a:ext cx="7416000" cy="3132000"/>
          </a:xfrm>
          <a:prstGeom prst="rect">
            <a:avLst/>
          </a:prstGeom>
          <a:noFill/>
        </p:spPr>
        <p:txBody>
          <a:bodyPr wrap="none">
            <a:spAutoFit/>
          </a:bodyPr>
          <a:lstStyle/>
          <a:p>
            <a:pPr/>
            <a:r>
              <a:rPr sz="2700" b="1">
                <a:solidFill>
                  <a:srgbClr val="799BC1"/>
                </a:solidFill>
                <a:latin typeface="微軟正黑體"/>
              </a:rPr>
              <a:t>【詩篇46篇1節】</a:t>
            </a:r>
          </a:p>
          <a:p>
            <a:pPr/>
            <a:r>
              <a:rPr sz="2700" b="1">
                <a:solidFill>
                  <a:srgbClr val="1B366A"/>
                </a:solidFill>
                <a:latin typeface="微軟正黑體"/>
              </a:rPr>
              <a:t>神是我們的避難所，是我們的力量，是我們在患難中隨時的幫助。</a:t>
            </a:r>
          </a:p>
          <a:p>
            <a:pPr/>
            <a:r>
              <a:rPr sz="2700" b="1">
                <a:solidFill>
                  <a:srgbClr val="1B366A"/>
                </a:solidFill>
                <a:latin typeface="微軟正黑體"/>
              </a:rPr>
              <a:t>在患難中隨時的幫助。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49085" y="1123097"/>
            <a:ext cx="7445829" cy="2103957"/>
          </a:xfrm>
          <a:prstGeom prst="rect">
            <a:avLst/>
          </a:prstGeom>
          <a:noFill/>
        </p:spPr>
        <p:txBody>
          <a:bodyPr wrap="none">
            <a:spAutoFit/>
          </a:bodyPr>
          <a:lstStyle/>
          <a:p>
            <a:pPr algn="ctr"/>
            <a:r>
              <a:rPr sz="1900">
                <a:solidFill>
                  <a:srgbClr val="1B366A"/>
                </a:solidFill>
                <a:latin typeface="華康新特明體"/>
              </a:rPr>
              <a:t>2025年12月31日</a:t>
            </a:r>
          </a:p>
          <a:p>
            <a:pPr algn="ctr"/>
            <a:r>
              <a:rPr sz="5500">
                <a:solidFill>
                  <a:srgbClr val="1B366A"/>
                </a:solidFill>
                <a:latin typeface="華康新特明體"/>
              </a:rPr>
              <a:t>週三禮拜</a:t>
            </a:r>
          </a:p>
        </p:txBody>
      </p:sp>
      <p:sp>
        <p:nvSpPr>
          <p:cNvPr id="5" name="TextBox 4"/>
          <p:cNvSpPr txBox="1"/>
          <p:nvPr/>
        </p:nvSpPr>
        <p:spPr>
          <a:xfrm>
            <a:off x="1104062" y="3106255"/>
            <a:ext cx="6935874" cy="822369"/>
          </a:xfrm>
          <a:prstGeom prst="rect">
            <a:avLst/>
          </a:prstGeom>
          <a:noFill/>
        </p:spPr>
        <p:txBody>
          <a:bodyPr wrap="none">
            <a:spAutoFit/>
          </a:bodyPr>
          <a:lstStyle/>
          <a:p>
            <a:pPr/>
            <a:r>
              <a:rPr sz="1900">
                <a:solidFill>
                  <a:srgbClr val="1B366A"/>
                </a:solidFill>
                <a:latin typeface="華康新特明體"/>
              </a:rPr>
              <a:t>【箴言27章12節、詩篇46篇1節】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pPr algn="ctr"/>
            <a:r>
              <a:rPr sz="1700">
                <a:solidFill>
                  <a:srgbClr val="806641"/>
                </a:solidFill>
                <a:latin typeface="華康新特明體"/>
              </a:rPr>
              <a:t>若學習，當天就能瞭解；</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pPr algn="ctr"/>
            <a:r>
              <a:rPr sz="1700">
                <a:solidFill>
                  <a:srgbClr val="806641"/>
                </a:solidFill>
                <a:latin typeface="華康新特明體"/>
              </a:rPr>
              <a:t>若不學習，一輩子都不會瞭解</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pPr algn="ctr"/>
            <a:r>
              <a:rPr sz="1700">
                <a:solidFill>
                  <a:srgbClr val="806641"/>
                </a:solidFill>
                <a:latin typeface="華康新特明體"/>
              </a:rPr>
              <a:t>廣闊宇宙或地球內萬有法則的運行，是不能中斷的，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pPr algn="ctr"/>
            <a:r>
              <a:rPr sz="1700">
                <a:solidFill>
                  <a:srgbClr val="806641"/>
                </a:solidFill>
                <a:latin typeface="華康新特明體"/>
              </a:rPr>
              <a:t>所以人必須避開因此發生的極端狀況才能存活。</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pPr algn="ctr"/>
            <a:r>
              <a:rPr sz="1700">
                <a:solidFill>
                  <a:srgbClr val="806641"/>
                </a:solidFill>
                <a:latin typeface="華康新特明體"/>
              </a:rPr>
              <a:t>人只要做足以承擔的事就好。</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pPr algn="ctr"/>
            <a:r>
              <a:rPr sz="1700">
                <a:solidFill>
                  <a:srgbClr val="806641"/>
                </a:solidFill>
                <a:latin typeface="華康新特明體"/>
              </a:rPr>
              <a:t>大患難來臨時，</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pPr algn="ctr"/>
            <a:r>
              <a:rPr sz="1700">
                <a:solidFill>
                  <a:srgbClr val="806641"/>
                </a:solidFill>
                <a:latin typeface="華康新特明體"/>
              </a:rPr>
              <a:t>應該要按照我耶和華的引導前往避難所。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r>
              <a:rPr sz="3000" b="1">
                <a:solidFill>
                  <a:srgbClr val="799BC1"/>
                </a:solidFill>
                <a:latin typeface="微軟正黑體"/>
              </a:rPr>
              <a:t>創19:17</a:t>
            </a:r>
          </a:p>
          <a:p>
            <a:r>
              <a:rPr sz="3000" b="1">
                <a:solidFill>
                  <a:srgbClr val="1B366A"/>
                </a:solidFill>
                <a:latin typeface="微軟正黑體"/>
              </a:rPr>
              <a:t>領他們出來以後，就說：「逃命吧！不可回頭看，也不可在平原站住。要往山上逃跑，免得你被剿滅。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r>
              <a:rPr sz="3000" b="1">
                <a:solidFill>
                  <a:srgbClr val="799BC1"/>
                </a:solidFill>
                <a:latin typeface="微軟正黑體"/>
              </a:rPr>
              <a:t>太2:13-14</a:t>
            </a:r>
          </a:p>
          <a:p>
            <a:r>
              <a:rPr sz="3000" b="1">
                <a:solidFill>
                  <a:srgbClr val="1B366A"/>
                </a:solidFill>
                <a:latin typeface="微軟正黑體"/>
              </a:rPr>
              <a:t>他們去後，有主的使者向約瑟夢中顯現，說：「起來！ 帶着小孩子同他母親逃往埃及，住在那裏，等我吩咐你；因為 希律 必尋找小孩子，要除滅他。」約瑟就起來， 夜間帶着小孩子和他母親往埃及去。</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r>
              <a:rPr sz="3000" b="1">
                <a:solidFill>
                  <a:srgbClr val="799BC1"/>
                </a:solidFill>
                <a:latin typeface="微軟正黑體"/>
              </a:rPr>
              <a:t>詩46:1</a:t>
            </a:r>
          </a:p>
          <a:p>
            <a:r>
              <a:rPr sz="3000" b="1">
                <a:solidFill>
                  <a:srgbClr val="1B366A"/>
                </a:solidFill>
                <a:latin typeface="微軟正黑體"/>
              </a:rPr>
              <a:t>神是我們的避難所，是我們的力量， 是我們在患難中隨時的幫助。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r>
              <a:rPr sz="3000" b="1">
                <a:solidFill>
                  <a:srgbClr val="799BC1"/>
                </a:solidFill>
                <a:latin typeface="微軟正黑體"/>
              </a:rPr>
              <a:t>啟1:9</a:t>
            </a:r>
          </a:p>
          <a:p>
            <a:r>
              <a:rPr sz="3000" b="1">
                <a:solidFill>
                  <a:srgbClr val="1B366A"/>
                </a:solidFill>
                <a:latin typeface="微軟正黑體"/>
              </a:rPr>
              <a:t>我－約翰就是你們的弟兄，和你們在耶穌的患難、國度、忍耐裏一同有分，為 神的道，並為給耶穌作的見證，曾在那名叫拔摩的海島上。</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r>
              <a:rPr sz="3000" b="1">
                <a:solidFill>
                  <a:srgbClr val="799BC1"/>
                </a:solidFill>
                <a:latin typeface="微軟正黑體"/>
              </a:rPr>
              <a:t>啟1:19</a:t>
            </a:r>
          </a:p>
          <a:p>
            <a:r>
              <a:rPr sz="3000" b="1">
                <a:solidFill>
                  <a:srgbClr val="1B366A"/>
                </a:solidFill>
                <a:latin typeface="微軟正黑體"/>
              </a:rPr>
              <a:t>所以你要把所看見的，和現在的事，並將來必成的事，都寫出來。</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r>
              <a:rPr sz="3000" b="1">
                <a:solidFill>
                  <a:srgbClr val="799BC1"/>
                </a:solidFill>
                <a:latin typeface="微軟正黑體"/>
              </a:rPr>
              <a:t>弗3:1-4</a:t>
            </a:r>
          </a:p>
          <a:p>
            <a:r>
              <a:rPr sz="3000" b="1">
                <a:solidFill>
                  <a:srgbClr val="1B366A"/>
                </a:solidFill>
                <a:latin typeface="微軟正黑體"/>
              </a:rPr>
              <a:t>因此，我－保羅為你們外邦人作了基督耶穌被囚的，替你們祈禱。諒必你們曾聽見 神賜恩給我，將關切你們的職分 託付我，用啟示使我知道福音的奧祕，正如我以前略略寫過的。 你們念了，就能曉得我深知基督的奧祕 。 在極端危急的時候，要倚靠 神， 躲到 神引導的地方，而且要在那裡實踐相關的旨意。 你們應該要避開 因我耶和華創造的宇宙運行法則而發生的痛苦， 也要避開大患難和戰爭， 而且要只跟可以承擔的部分爭戰，這樣才能活。 在生活中只要做足以承擔的部分就好，其他的都要避開 不要為了尋求刺激而喝酒、抽菸、吸毒、性交， 勉強地讓自己興奮起來， 不要動武，而是要依循理致自然地做。 要如季節更迭般順理地做才會萬事亨通。 要用希望來啟動義的腦內啡，使義的腦內啡發揮作用。 要讓義的腦內啡在內心、想法、精神中都滿溢出來。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r>
              <a:rPr sz="3000" b="1">
                <a:solidFill>
                  <a:srgbClr val="799BC1"/>
                </a:solidFill>
                <a:latin typeface="微軟正黑體"/>
              </a:rPr>
              <a:t>該1:14</a:t>
            </a:r>
          </a:p>
          <a:p>
            <a:r>
              <a:rPr sz="3000" b="1">
                <a:solidFill>
                  <a:srgbClr val="1B366A"/>
                </a:solidFill>
                <a:latin typeface="微軟正黑體"/>
              </a:rPr>
              <a:t>耶和華激動猶大省長撒拉鐵的兒子所羅巴伯和約撒答的兒子大祭司約書亞，並剩下之百姓的心，他們就來為萬軍之耶和華－他們　神的殿做工。 應該要興奮起來做 神的事工。 在展開 神的旨意時要喜悅並興奮， 腦內啡才會如同火山那般爆發，不會中斷， 所以每天都會喜悅，一輩子都會如此。阿們！ 若在 神的靈臨到、充滿聖靈的情況下與主一起行動， 就會如此，那喜悅會直沖天際。 人若聽到 神的話語會更加興奮，因為話語很屬靈。 應該要營造出為義興奮的生活。 當萬物根據創造法則運行時， 不要讓自己進入危險之中。避開吧！ 如同避開危險的機械，也如同在平交道閃避列車那般， 避開萬事的自然法則、國家法規、患難與極端的事物吧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pPr algn="ctr"/>
            <a:r>
              <a:rPr sz="1700">
                <a:solidFill>
                  <a:srgbClr val="806641"/>
                </a:solidFill>
                <a:latin typeface="華康新特明體"/>
              </a:rPr>
              <a:t>  20251231 週三禮拜</a:t>
            </a:r>
          </a:p>
        </p:txBody>
      </p:sp>
      <p:sp>
        <p:nvSpPr>
          <p:cNvPr id="5" name="TextBox 4"/>
          <p:cNvSpPr txBox="1"/>
          <p:nvPr/>
        </p:nvSpPr>
        <p:spPr>
          <a:xfrm>
            <a:off x="813161" y="1570113"/>
            <a:ext cx="7517675" cy="1664199"/>
          </a:xfrm>
          <a:prstGeom prst="rect">
            <a:avLst/>
          </a:prstGeom>
          <a:noFill/>
        </p:spPr>
        <p:txBody>
          <a:bodyPr wrap="none">
            <a:spAutoFit/>
          </a:bodyPr>
          <a:lstStyle/>
          <a:p>
            <a:pPr algn="ctr"/>
            <a:r>
              <a:rPr sz="3500">
                <a:solidFill>
                  <a:srgbClr val="1B366A"/>
                </a:solidFill>
                <a:latin typeface="華康新特明體"/>
              </a:rPr>
              <a:t>要避開才能活 </a:t>
            </a:r>
          </a:p>
          <a:p>
            <a:pPr algn="ctr"/>
            <a:r>
              <a:rPr sz="3500">
                <a:solidFill>
                  <a:srgbClr val="1B366A"/>
                </a:solidFill>
                <a:latin typeface="華康新特明體"/>
              </a:rPr>
              <a:t>這就是天的法則</a:t>
            </a:r>
          </a:p>
        </p:txBody>
      </p:sp>
      <p:sp>
        <p:nvSpPr>
          <p:cNvPr id="6" name="TextBox 5"/>
          <p:cNvSpPr txBox="1"/>
          <p:nvPr/>
        </p:nvSpPr>
        <p:spPr>
          <a:xfrm>
            <a:off x="1114109" y="3435497"/>
            <a:ext cx="6915777" cy="774762"/>
          </a:xfrm>
          <a:prstGeom prst="rect">
            <a:avLst/>
          </a:prstGeom>
          <a:noFill/>
        </p:spPr>
        <p:txBody>
          <a:bodyPr wrap="none">
            <a:spAutoFit/>
          </a:bodyPr>
          <a:lstStyle/>
          <a:p>
            <a:pPr/>
            <a:r>
              <a:rPr sz="1900">
                <a:solidFill>
                  <a:srgbClr val="1B366A"/>
                </a:solidFill>
                <a:latin typeface="華康新特明體"/>
              </a:rPr>
              <a:t>【箴言27章12節、詩篇46篇1節】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0" y="470546"/>
            <a:ext cx="3357563" cy="385763"/>
          </a:xfrm>
          <a:prstGeom prst="rect">
            <a:avLst/>
          </a:prstGeom>
          <a:noFill/>
        </p:spPr>
        <p:txBody>
          <a:bodyPr wrap="none">
            <a:spAutoFit/>
          </a:bodyPr>
          <a:lstStyle/>
          <a:p>
            <a:pPr algn="ctr"/>
            <a:r>
              <a:rPr sz="1700">
                <a:solidFill>
                  <a:srgbClr val="806641"/>
                </a:solidFill>
                <a:latin typeface="華康新特明體"/>
              </a:rPr>
              <a:t>  20251231 週三禮拜</a:t>
            </a:r>
          </a:p>
        </p:txBody>
      </p:sp>
      <p:sp>
        <p:nvSpPr>
          <p:cNvPr id="5" name="TextBox 4"/>
          <p:cNvSpPr txBox="1"/>
          <p:nvPr/>
        </p:nvSpPr>
        <p:spPr>
          <a:xfrm>
            <a:off x="813161" y="1570113"/>
            <a:ext cx="7517675" cy="1664199"/>
          </a:xfrm>
          <a:prstGeom prst="rect">
            <a:avLst/>
          </a:prstGeom>
          <a:noFill/>
        </p:spPr>
        <p:txBody>
          <a:bodyPr wrap="none">
            <a:spAutoFit/>
          </a:bodyPr>
          <a:lstStyle/>
          <a:p>
            <a:pPr algn="ctr"/>
            <a:r>
              <a:rPr sz="3500">
                <a:solidFill>
                  <a:srgbClr val="1B366A"/>
                </a:solidFill>
                <a:latin typeface="華康新特明體"/>
              </a:rPr>
              <a:t>要避開才能活 </a:t>
            </a:r>
          </a:p>
          <a:p>
            <a:pPr algn="ctr"/>
            <a:r>
              <a:rPr sz="3500">
                <a:solidFill>
                  <a:srgbClr val="1B366A"/>
                </a:solidFill>
                <a:latin typeface="華康新特明體"/>
              </a:rPr>
              <a:t>這就是天的法則</a:t>
            </a:r>
          </a:p>
        </p:txBody>
      </p:sp>
      <p:sp>
        <p:nvSpPr>
          <p:cNvPr id="6" name="TextBox 5"/>
          <p:cNvSpPr txBox="1"/>
          <p:nvPr/>
        </p:nvSpPr>
        <p:spPr>
          <a:xfrm>
            <a:off x="1114109" y="3435497"/>
            <a:ext cx="6915777" cy="774762"/>
          </a:xfrm>
          <a:prstGeom prst="rect">
            <a:avLst/>
          </a:prstGeom>
          <a:noFill/>
        </p:spPr>
        <p:txBody>
          <a:bodyPr wrap="none">
            <a:spAutoFit/>
          </a:bodyPr>
          <a:lstStyle/>
          <a:p>
            <a:pPr/>
            <a:r>
              <a:rPr sz="1900">
                <a:solidFill>
                  <a:srgbClr val="1B366A"/>
                </a:solidFill>
                <a:latin typeface="華康新特明體"/>
              </a:rPr>
              <a:t>【箴言27章12節、詩篇46篇1節】</a:t>
            </a:r>
          </a:p>
        </p:txBody>
      </p:sp>
      <p:sp>
        <p:nvSpPr>
          <p:cNvPr id="7" name="TextBox 6"/>
          <p:cNvSpPr txBox="1"/>
          <p:nvPr/>
        </p:nvSpPr>
        <p:spPr>
          <a:xfrm>
            <a:off x="863153" y="4077385"/>
            <a:ext cx="7445829" cy="361605"/>
          </a:xfrm>
          <a:prstGeom prst="rect">
            <a:avLst/>
          </a:prstGeom>
          <a:noFill/>
        </p:spPr>
        <p:txBody>
          <a:bodyPr wrap="none">
            <a:spAutoFit/>
          </a:bodyPr>
          <a:lstStyle/>
          <a:p>
            <a:pPr algn="ctr"/>
            <a:r>
              <a:rPr sz="1900">
                <a:solidFill>
                  <a:srgbClr val="4A6998"/>
                </a:solidFill>
                <a:latin typeface="華康新特明體"/>
              </a:rPr>
              <a:t>報告稍後開始</a:t>
            </a: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7_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xml><?xml version="1.0" encoding="utf-8"?>
<a:theme xmlns:a="http://schemas.openxmlformats.org/drawingml/2006/main" name="7_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清晰度">
  <a:themeElements>
    <a:clrScheme name="清晰度">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古典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清晰度">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3.xml><?xml version="1.0" encoding="utf-8"?>
<a:theme xmlns:a="http://schemas.openxmlformats.org/drawingml/2006/main" name="Office 佈景主題">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41251</TotalTime>
  <Words>955</Words>
  <Application>Microsoft Macintosh PowerPoint</Application>
  <PresentationFormat>如螢幕大小 (16:9)</PresentationFormat>
  <Paragraphs>80</Paragraphs>
  <Slides>29</Slides>
  <Notes>0</Notes>
  <HiddenSlides>0</HiddenSlides>
  <MMClips>0</MMClips>
  <ScaleCrop>false</ScaleCrop>
  <HeadingPairs>
    <vt:vector size="6" baseType="variant">
      <vt:variant>
        <vt:lpstr>使用字型</vt:lpstr>
      </vt:variant>
      <vt:variant>
        <vt:i4>4</vt:i4>
      </vt:variant>
      <vt:variant>
        <vt:lpstr>佈景主題</vt:lpstr>
      </vt:variant>
      <vt:variant>
        <vt:i4>2</vt:i4>
      </vt:variant>
      <vt:variant>
        <vt:lpstr>投影片標題</vt:lpstr>
      </vt:variant>
      <vt:variant>
        <vt:i4>29</vt:i4>
      </vt:variant>
    </vt:vector>
  </HeadingPairs>
  <TitlesOfParts>
    <vt:vector size="35" baseType="lpstr">
      <vt:lpstr>華康新特明體</vt:lpstr>
      <vt:lpstr>微軟正黑體</vt:lpstr>
      <vt:lpstr>Arial</vt:lpstr>
      <vt:lpstr>Calibri</vt:lpstr>
      <vt:lpstr>7_Office 佈景主題</vt:lpstr>
      <vt:lpstr>清晰度</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2022年8月24日 週三禮拜</dc:title>
  <dc:creator>erica</dc:creator>
  <cp:lastModifiedBy>Microsoft Office User</cp:lastModifiedBy>
  <cp:revision>403</cp:revision>
  <dcterms:created xsi:type="dcterms:W3CDTF">2020-07-22T10:19:15Z</dcterms:created>
  <dcterms:modified xsi:type="dcterms:W3CDTF">2026-01-03T15:13:04Z</dcterms:modified>
</cp:coreProperties>
</file>